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ja-JP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クリックしてタイトルテキストを編集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クリックしてアウトラインのテキストを編集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b="0" lang="ja-JP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b="0" lang="ja-JP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8896320" y="2076480"/>
            <a:ext cx="2923920" cy="270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"/>
          <p:cNvSpPr txBox="1"/>
          <p:nvPr/>
        </p:nvSpPr>
        <p:spPr>
          <a:xfrm>
            <a:off x="739800" y="1625760"/>
            <a:ext cx="751716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54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HCCJP </a:t>
            </a:r>
            <a:r>
              <a:rPr b="1" lang="ja-JP" sz="54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第</a:t>
            </a:r>
            <a:r>
              <a:rPr b="1" lang="en-US" sz="54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66</a:t>
            </a:r>
            <a:r>
              <a:rPr b="1" lang="ja-JP" sz="54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回勉強会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903960" y="2837880"/>
            <a:ext cx="658440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ハイブリッドクラウド研究</a:t>
            </a:r>
            <a:endParaRPr b="0" lang="en-US" sz="4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3986640" y="3580920"/>
            <a:ext cx="54936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会</a:t>
            </a:r>
            <a:endParaRPr b="0" lang="en-US" sz="4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1308960" y="4675320"/>
            <a:ext cx="638784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2025</a:t>
            </a:r>
            <a:r>
              <a:rPr b="1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年</a:t>
            </a:r>
            <a:r>
              <a:rPr b="1" lang="en-US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10</a:t>
            </a:r>
            <a:r>
              <a:rPr b="1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⽉</a:t>
            </a:r>
            <a:r>
              <a:rPr b="1" lang="en-US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10</a:t>
            </a:r>
            <a:r>
              <a:rPr b="1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⽇（⾦）</a:t>
            </a:r>
            <a:r>
              <a:rPr b="1" lang="en-US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14:00</a:t>
            </a:r>
            <a:r>
              <a:rPr b="1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開始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1771640" y="6319440"/>
            <a:ext cx="27396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767160" y="1831320"/>
            <a:ext cx="186120" cy="322200"/>
          </a:xfrm>
          <a:custGeom>
            <a:avLst/>
            <a:gdLst/>
            <a:ahLst/>
            <a:rect l="0" t="0" r="r" b="b"/>
            <a:pathLst>
              <a:path w="517" h="895">
                <a:moveTo>
                  <a:pt x="0" y="0"/>
                </a:moveTo>
                <a:lnTo>
                  <a:pt x="0" y="455"/>
                </a:lnTo>
                <a:cubicBezTo>
                  <a:pt x="0" y="530"/>
                  <a:pt x="40" y="546"/>
                  <a:pt x="40" y="546"/>
                </a:cubicBezTo>
                <a:lnTo>
                  <a:pt x="466" y="881"/>
                </a:lnTo>
                <a:cubicBezTo>
                  <a:pt x="533" y="934"/>
                  <a:pt x="515" y="823"/>
                  <a:pt x="515" y="823"/>
                </a:cubicBezTo>
                <a:lnTo>
                  <a:pt x="515" y="404"/>
                </a:lnTo>
                <a:lnTo>
                  <a:pt x="0" y="0"/>
                </a:lnTo>
                <a:close/>
              </a:path>
            </a:pathLst>
          </a:custGeom>
          <a:solidFill>
            <a:srgbClr val="66211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951480" y="1831320"/>
            <a:ext cx="186480" cy="322200"/>
          </a:xfrm>
          <a:custGeom>
            <a:avLst/>
            <a:gdLst/>
            <a:ahLst/>
            <a:rect l="0" t="0" r="r" b="b"/>
            <a:pathLst>
              <a:path w="518" h="895">
                <a:moveTo>
                  <a:pt x="518" y="0"/>
                </a:moveTo>
                <a:lnTo>
                  <a:pt x="518" y="455"/>
                </a:lnTo>
                <a:cubicBezTo>
                  <a:pt x="518" y="530"/>
                  <a:pt x="479" y="546"/>
                  <a:pt x="479" y="546"/>
                </a:cubicBezTo>
                <a:cubicBezTo>
                  <a:pt x="479" y="546"/>
                  <a:pt x="119" y="829"/>
                  <a:pt x="52" y="881"/>
                </a:cubicBezTo>
                <a:cubicBezTo>
                  <a:pt x="-15" y="934"/>
                  <a:pt x="2" y="823"/>
                  <a:pt x="2" y="823"/>
                </a:cubicBezTo>
                <a:lnTo>
                  <a:pt x="2" y="404"/>
                </a:lnTo>
                <a:lnTo>
                  <a:pt x="518" y="0"/>
                </a:lnTo>
                <a:close/>
              </a:path>
            </a:pathLst>
          </a:custGeom>
          <a:solidFill>
            <a:srgbClr val="c1694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767160" y="1686240"/>
            <a:ext cx="370800" cy="295200"/>
          </a:xfrm>
          <a:custGeom>
            <a:avLst/>
            <a:gdLst/>
            <a:ahLst/>
            <a:rect l="0" t="0" r="r" b="b"/>
            <a:pathLst>
              <a:path w="1030" h="820">
                <a:moveTo>
                  <a:pt x="563" y="17"/>
                </a:moveTo>
                <a:cubicBezTo>
                  <a:pt x="535" y="-5"/>
                  <a:pt x="490" y="-5"/>
                  <a:pt x="462" y="17"/>
                </a:cubicBezTo>
                <a:lnTo>
                  <a:pt x="21" y="367"/>
                </a:lnTo>
                <a:cubicBezTo>
                  <a:pt x="-7" y="390"/>
                  <a:pt x="-7" y="426"/>
                  <a:pt x="21" y="449"/>
                </a:cubicBezTo>
                <a:lnTo>
                  <a:pt x="463" y="804"/>
                </a:lnTo>
                <a:cubicBezTo>
                  <a:pt x="491" y="826"/>
                  <a:pt x="537" y="826"/>
                  <a:pt x="564" y="804"/>
                </a:cubicBezTo>
                <a:lnTo>
                  <a:pt x="1009" y="446"/>
                </a:lnTo>
                <a:cubicBezTo>
                  <a:pt x="1037" y="423"/>
                  <a:pt x="1037" y="386"/>
                  <a:pt x="1009" y="364"/>
                </a:cubicBezTo>
                <a:lnTo>
                  <a:pt x="563" y="17"/>
                </a:lnTo>
                <a:close/>
              </a:path>
            </a:pathLst>
          </a:custGeom>
          <a:solidFill>
            <a:srgbClr val="d99e8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939240" y="1959120"/>
            <a:ext cx="26640" cy="199800"/>
          </a:xfrm>
          <a:custGeom>
            <a:avLst/>
            <a:gdLst/>
            <a:ahLst/>
            <a:rect l="0" t="0" r="r" b="b"/>
            <a:pathLst>
              <a:path w="74" h="555">
                <a:moveTo>
                  <a:pt x="36" y="555"/>
                </a:moveTo>
                <a:cubicBezTo>
                  <a:pt x="16" y="555"/>
                  <a:pt x="0" y="538"/>
                  <a:pt x="0" y="516"/>
                </a:cubicBezTo>
                <a:lnTo>
                  <a:pt x="0" y="40"/>
                </a:lnTo>
                <a:cubicBezTo>
                  <a:pt x="0" y="18"/>
                  <a:pt x="16" y="0"/>
                  <a:pt x="36" y="0"/>
                </a:cubicBezTo>
                <a:cubicBezTo>
                  <a:pt x="58" y="0"/>
                  <a:pt x="74" y="18"/>
                  <a:pt x="74" y="40"/>
                </a:cubicBezTo>
                <a:lnTo>
                  <a:pt x="74" y="516"/>
                </a:lnTo>
                <a:cubicBezTo>
                  <a:pt x="74" y="538"/>
                  <a:pt x="58" y="555"/>
                  <a:pt x="36" y="555"/>
                </a:cubicBezTo>
                <a:close/>
              </a:path>
            </a:pathLst>
          </a:custGeom>
          <a:solidFill>
            <a:srgbClr val="d99e8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824040" y="1730520"/>
            <a:ext cx="261000" cy="266400"/>
          </a:xfrm>
          <a:custGeom>
            <a:avLst/>
            <a:gdLst/>
            <a:ahLst/>
            <a:rect l="0" t="0" r="r" b="b"/>
            <a:pathLst>
              <a:path w="725" h="740">
                <a:moveTo>
                  <a:pt x="725" y="568"/>
                </a:moveTo>
                <a:cubicBezTo>
                  <a:pt x="725" y="608"/>
                  <a:pt x="729" y="628"/>
                  <a:pt x="688" y="658"/>
                </a:cubicBezTo>
                <a:lnTo>
                  <a:pt x="597" y="727"/>
                </a:lnTo>
                <a:cubicBezTo>
                  <a:pt x="557" y="757"/>
                  <a:pt x="541" y="731"/>
                  <a:pt x="541" y="690"/>
                </a:cubicBezTo>
                <a:lnTo>
                  <a:pt x="541" y="581"/>
                </a:lnTo>
                <a:cubicBezTo>
                  <a:pt x="541" y="574"/>
                  <a:pt x="540" y="567"/>
                  <a:pt x="531" y="559"/>
                </a:cubicBezTo>
                <a:cubicBezTo>
                  <a:pt x="436" y="481"/>
                  <a:pt x="67" y="189"/>
                  <a:pt x="0" y="135"/>
                </a:cubicBezTo>
                <a:lnTo>
                  <a:pt x="170" y="0"/>
                </a:lnTo>
                <a:cubicBezTo>
                  <a:pt x="217" y="34"/>
                  <a:pt x="566" y="303"/>
                  <a:pt x="712" y="418"/>
                </a:cubicBezTo>
                <a:cubicBezTo>
                  <a:pt x="719" y="423"/>
                  <a:pt x="725" y="430"/>
                  <a:pt x="725" y="437"/>
                </a:cubicBezTo>
                <a:lnTo>
                  <a:pt x="725" y="568"/>
                </a:ln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824040" y="1730520"/>
            <a:ext cx="259560" cy="206640"/>
          </a:xfrm>
          <a:custGeom>
            <a:avLst/>
            <a:gdLst/>
            <a:ahLst/>
            <a:rect l="0" t="0" r="r" b="b"/>
            <a:pathLst>
              <a:path w="721" h="574">
                <a:moveTo>
                  <a:pt x="712" y="419"/>
                </a:moveTo>
                <a:cubicBezTo>
                  <a:pt x="566" y="304"/>
                  <a:pt x="217" y="34"/>
                  <a:pt x="170" y="0"/>
                </a:cubicBezTo>
                <a:lnTo>
                  <a:pt x="107" y="50"/>
                </a:lnTo>
                <a:lnTo>
                  <a:pt x="0" y="136"/>
                </a:lnTo>
                <a:cubicBezTo>
                  <a:pt x="67" y="190"/>
                  <a:pt x="436" y="482"/>
                  <a:pt x="531" y="560"/>
                </a:cubicBezTo>
                <a:cubicBezTo>
                  <a:pt x="536" y="565"/>
                  <a:pt x="539" y="569"/>
                  <a:pt x="540" y="574"/>
                </a:cubicBezTo>
                <a:lnTo>
                  <a:pt x="721" y="428"/>
                </a:lnTo>
                <a:cubicBezTo>
                  <a:pt x="719" y="425"/>
                  <a:pt x="716" y="422"/>
                  <a:pt x="712" y="419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857880" y="1730520"/>
            <a:ext cx="227160" cy="247320"/>
          </a:xfrm>
          <a:custGeom>
            <a:avLst/>
            <a:gdLst/>
            <a:ahLst/>
            <a:rect l="0" t="0" r="r" b="b"/>
            <a:pathLst>
              <a:path w="631" h="687">
                <a:moveTo>
                  <a:pt x="631" y="569"/>
                </a:moveTo>
                <a:lnTo>
                  <a:pt x="631" y="438"/>
                </a:lnTo>
                <a:cubicBezTo>
                  <a:pt x="631" y="431"/>
                  <a:pt x="625" y="424"/>
                  <a:pt x="618" y="419"/>
                </a:cubicBezTo>
                <a:cubicBezTo>
                  <a:pt x="472" y="303"/>
                  <a:pt x="123" y="34"/>
                  <a:pt x="76" y="0"/>
                </a:cubicBezTo>
                <a:lnTo>
                  <a:pt x="0" y="60"/>
                </a:lnTo>
                <a:cubicBezTo>
                  <a:pt x="125" y="158"/>
                  <a:pt x="460" y="417"/>
                  <a:pt x="547" y="486"/>
                </a:cubicBezTo>
                <a:cubicBezTo>
                  <a:pt x="557" y="494"/>
                  <a:pt x="557" y="502"/>
                  <a:pt x="557" y="509"/>
                </a:cubicBezTo>
                <a:lnTo>
                  <a:pt x="557" y="687"/>
                </a:lnTo>
                <a:lnTo>
                  <a:pt x="594" y="659"/>
                </a:lnTo>
                <a:cubicBezTo>
                  <a:pt x="635" y="629"/>
                  <a:pt x="631" y="609"/>
                  <a:pt x="631" y="569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857880" y="1730520"/>
            <a:ext cx="225720" cy="176400"/>
          </a:xfrm>
          <a:custGeom>
            <a:avLst/>
            <a:gdLst/>
            <a:ahLst/>
            <a:rect l="0" t="0" r="r" b="b"/>
            <a:pathLst>
              <a:path w="627" h="490">
                <a:moveTo>
                  <a:pt x="618" y="419"/>
                </a:moveTo>
                <a:cubicBezTo>
                  <a:pt x="472" y="303"/>
                  <a:pt x="123" y="34"/>
                  <a:pt x="76" y="0"/>
                </a:cubicBezTo>
                <a:lnTo>
                  <a:pt x="0" y="60"/>
                </a:lnTo>
                <a:cubicBezTo>
                  <a:pt x="125" y="158"/>
                  <a:pt x="460" y="417"/>
                  <a:pt x="547" y="486"/>
                </a:cubicBezTo>
                <a:cubicBezTo>
                  <a:pt x="548" y="488"/>
                  <a:pt x="549" y="489"/>
                  <a:pt x="550" y="490"/>
                </a:cubicBezTo>
                <a:lnTo>
                  <a:pt x="627" y="428"/>
                </a:lnTo>
                <a:cubicBezTo>
                  <a:pt x="625" y="425"/>
                  <a:pt x="622" y="422"/>
                  <a:pt x="618" y="419"/>
                </a:cubicBezTo>
                <a:close/>
              </a:path>
            </a:pathLst>
          </a:custGeom>
          <a:solidFill>
            <a:srgbClr val="e1e8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666720" y="618480"/>
            <a:ext cx="329256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本⽇のテーマ</a:t>
            </a:r>
            <a:endParaRPr b="0" lang="en-US" sz="4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1218600" y="1605600"/>
            <a:ext cx="7592400" cy="721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78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 WSUS</a:t>
            </a:r>
            <a:r>
              <a:rPr b="1" lang="ja-JP" sz="378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の次のキャッシュはこれ︖</a:t>
            </a:r>
            <a:endParaRPr b="0" lang="en-US" sz="37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666720" y="2253240"/>
            <a:ext cx="6900840" cy="721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78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Connected Cache</a:t>
            </a:r>
            <a:r>
              <a:rPr b="1" lang="ja-JP" sz="378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導⼊事例︕</a:t>
            </a:r>
            <a:endParaRPr b="0" lang="en-US" sz="37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11771640" y="6319440"/>
            <a:ext cx="27396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2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" name="" descr=""/>
          <p:cNvPicPr/>
          <p:nvPr/>
        </p:nvPicPr>
        <p:blipFill>
          <a:blip r:embed="rId1"/>
          <a:stretch/>
        </p:blipFill>
        <p:spPr>
          <a:xfrm>
            <a:off x="8896320" y="2076480"/>
            <a:ext cx="2923920" cy="270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"/>
          <p:cNvSpPr txBox="1"/>
          <p:nvPr/>
        </p:nvSpPr>
        <p:spPr>
          <a:xfrm>
            <a:off x="2174040" y="1806840"/>
            <a:ext cx="41155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54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オープニング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2962440" y="3103560"/>
            <a:ext cx="251496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司会︓胡⽥ 昌彦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1606320" y="3570480"/>
            <a:ext cx="514440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700" strike="noStrike" u="none">
                <a:solidFill>
                  <a:srgbClr val="666666"/>
                </a:solidFill>
                <a:effectLst/>
                <a:uFillTx/>
                <a:latin typeface="Meiryo"/>
                <a:ea typeface="Meiryo"/>
              </a:rPr>
              <a:t>⽇本ビジネスシステムズ株式会社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700200" y="4037040"/>
            <a:ext cx="667584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700" strike="noStrike" u="none">
                <a:solidFill>
                  <a:srgbClr val="666666"/>
                </a:solidFill>
                <a:effectLst/>
                <a:uFillTx/>
                <a:latin typeface="Meiryo"/>
                <a:ea typeface="Meiryo"/>
              </a:rPr>
              <a:t>Microsoft MVP for Cloud and Datacenter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1608120" y="4494240"/>
            <a:ext cx="499068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700" strike="noStrike" u="none">
                <a:solidFill>
                  <a:srgbClr val="666666"/>
                </a:solidFill>
                <a:effectLst/>
                <a:uFillTx/>
                <a:latin typeface="Meiryo"/>
                <a:ea typeface="Meiryo"/>
              </a:rPr>
              <a:t>Management, Microsoft Azure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11771640" y="6319440"/>
            <a:ext cx="27396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3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676080" y="1209600"/>
            <a:ext cx="705240" cy="314640"/>
          </a:xfrm>
          <a:custGeom>
            <a:avLst/>
            <a:gdLst/>
            <a:ahLst/>
            <a:rect l="0" t="0" r="r" b="b"/>
            <a:pathLst>
              <a:path w="1959" h="874">
                <a:moveTo>
                  <a:pt x="0" y="0"/>
                </a:moveTo>
                <a:lnTo>
                  <a:pt x="1959" y="0"/>
                </a:lnTo>
                <a:lnTo>
                  <a:pt x="1959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1380960" y="1209600"/>
            <a:ext cx="543240" cy="314640"/>
          </a:xfrm>
          <a:custGeom>
            <a:avLst/>
            <a:gdLst/>
            <a:ahLst/>
            <a:rect l="0" t="0" r="r" b="b"/>
            <a:pathLst>
              <a:path w="1509" h="874">
                <a:moveTo>
                  <a:pt x="0" y="0"/>
                </a:moveTo>
                <a:lnTo>
                  <a:pt x="1509" y="0"/>
                </a:lnTo>
                <a:lnTo>
                  <a:pt x="1509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1923840" y="1209600"/>
            <a:ext cx="5077080" cy="314640"/>
          </a:xfrm>
          <a:custGeom>
            <a:avLst/>
            <a:gdLst/>
            <a:ahLst/>
            <a:rect l="0" t="0" r="r" b="b"/>
            <a:pathLst>
              <a:path w="14103" h="874">
                <a:moveTo>
                  <a:pt x="0" y="0"/>
                </a:moveTo>
                <a:lnTo>
                  <a:pt x="14103" y="0"/>
                </a:lnTo>
                <a:lnTo>
                  <a:pt x="14103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7000560" y="1209600"/>
            <a:ext cx="4524840" cy="314640"/>
          </a:xfrm>
          <a:custGeom>
            <a:avLst/>
            <a:gdLst/>
            <a:ahLst/>
            <a:rect l="0" t="0" r="r" b="b"/>
            <a:pathLst>
              <a:path w="12569" h="874">
                <a:moveTo>
                  <a:pt x="0" y="0"/>
                </a:moveTo>
                <a:lnTo>
                  <a:pt x="12569" y="0"/>
                </a:lnTo>
                <a:lnTo>
                  <a:pt x="12569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676080" y="1523880"/>
            <a:ext cx="705240" cy="543240"/>
          </a:xfrm>
          <a:custGeom>
            <a:avLst/>
            <a:gdLst/>
            <a:ahLst/>
            <a:rect l="0" t="0" r="r" b="b"/>
            <a:pathLst>
              <a:path w="1959" h="1509">
                <a:moveTo>
                  <a:pt x="0" y="0"/>
                </a:moveTo>
                <a:lnTo>
                  <a:pt x="1959" y="0"/>
                </a:lnTo>
                <a:lnTo>
                  <a:pt x="195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1380960" y="1523880"/>
            <a:ext cx="543240" cy="543240"/>
          </a:xfrm>
          <a:custGeom>
            <a:avLst/>
            <a:gdLst/>
            <a:ahLst/>
            <a:rect l="0" t="0" r="r" b="b"/>
            <a:pathLst>
              <a:path w="1509" h="1509">
                <a:moveTo>
                  <a:pt x="0" y="0"/>
                </a:moveTo>
                <a:lnTo>
                  <a:pt x="1509" y="0"/>
                </a:lnTo>
                <a:lnTo>
                  <a:pt x="150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1923840" y="1523880"/>
            <a:ext cx="5077080" cy="543240"/>
          </a:xfrm>
          <a:custGeom>
            <a:avLst/>
            <a:gdLst/>
            <a:ahLst/>
            <a:rect l="0" t="0" r="r" b="b"/>
            <a:pathLst>
              <a:path w="14103" h="1509">
                <a:moveTo>
                  <a:pt x="0" y="0"/>
                </a:moveTo>
                <a:lnTo>
                  <a:pt x="14103" y="0"/>
                </a:lnTo>
                <a:lnTo>
                  <a:pt x="14103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7000560" y="1523880"/>
            <a:ext cx="4524840" cy="543240"/>
          </a:xfrm>
          <a:custGeom>
            <a:avLst/>
            <a:gdLst/>
            <a:ahLst/>
            <a:rect l="0" t="0" r="r" b="b"/>
            <a:pathLst>
              <a:path w="12569" h="1509">
                <a:moveTo>
                  <a:pt x="0" y="0"/>
                </a:moveTo>
                <a:lnTo>
                  <a:pt x="12569" y="0"/>
                </a:lnTo>
                <a:lnTo>
                  <a:pt x="1256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676080" y="2838240"/>
            <a:ext cx="705240" cy="543240"/>
          </a:xfrm>
          <a:custGeom>
            <a:avLst/>
            <a:gdLst/>
            <a:ahLst/>
            <a:rect l="0" t="0" r="r" b="b"/>
            <a:pathLst>
              <a:path w="1959" h="1509">
                <a:moveTo>
                  <a:pt x="0" y="0"/>
                </a:moveTo>
                <a:lnTo>
                  <a:pt x="1959" y="0"/>
                </a:lnTo>
                <a:lnTo>
                  <a:pt x="195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1380960" y="2838240"/>
            <a:ext cx="543240" cy="543240"/>
          </a:xfrm>
          <a:custGeom>
            <a:avLst/>
            <a:gdLst/>
            <a:ahLst/>
            <a:rect l="0" t="0" r="r" b="b"/>
            <a:pathLst>
              <a:path w="1509" h="1509">
                <a:moveTo>
                  <a:pt x="0" y="0"/>
                </a:moveTo>
                <a:lnTo>
                  <a:pt x="1509" y="0"/>
                </a:lnTo>
                <a:lnTo>
                  <a:pt x="150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1923840" y="2838240"/>
            <a:ext cx="5077080" cy="543240"/>
          </a:xfrm>
          <a:custGeom>
            <a:avLst/>
            <a:gdLst/>
            <a:ahLst/>
            <a:rect l="0" t="0" r="r" b="b"/>
            <a:pathLst>
              <a:path w="14103" h="1509">
                <a:moveTo>
                  <a:pt x="0" y="0"/>
                </a:moveTo>
                <a:lnTo>
                  <a:pt x="14103" y="0"/>
                </a:lnTo>
                <a:lnTo>
                  <a:pt x="14103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7000560" y="2838240"/>
            <a:ext cx="4524840" cy="543240"/>
          </a:xfrm>
          <a:custGeom>
            <a:avLst/>
            <a:gdLst/>
            <a:ahLst/>
            <a:rect l="0" t="0" r="r" b="b"/>
            <a:pathLst>
              <a:path w="12569" h="1509">
                <a:moveTo>
                  <a:pt x="0" y="0"/>
                </a:moveTo>
                <a:lnTo>
                  <a:pt x="12569" y="0"/>
                </a:lnTo>
                <a:lnTo>
                  <a:pt x="1256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676080" y="3914640"/>
            <a:ext cx="705240" cy="543240"/>
          </a:xfrm>
          <a:custGeom>
            <a:avLst/>
            <a:gdLst/>
            <a:ahLst/>
            <a:rect l="0" t="0" r="r" b="b"/>
            <a:pathLst>
              <a:path w="1959" h="1509">
                <a:moveTo>
                  <a:pt x="0" y="0"/>
                </a:moveTo>
                <a:lnTo>
                  <a:pt x="1959" y="0"/>
                </a:lnTo>
                <a:lnTo>
                  <a:pt x="195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1380960" y="3914640"/>
            <a:ext cx="543240" cy="543240"/>
          </a:xfrm>
          <a:custGeom>
            <a:avLst/>
            <a:gdLst/>
            <a:ahLst/>
            <a:rect l="0" t="0" r="r" b="b"/>
            <a:pathLst>
              <a:path w="1509" h="1509">
                <a:moveTo>
                  <a:pt x="0" y="0"/>
                </a:moveTo>
                <a:lnTo>
                  <a:pt x="1509" y="0"/>
                </a:lnTo>
                <a:lnTo>
                  <a:pt x="150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1923840" y="3914640"/>
            <a:ext cx="5077080" cy="543240"/>
          </a:xfrm>
          <a:custGeom>
            <a:avLst/>
            <a:gdLst/>
            <a:ahLst/>
            <a:rect l="0" t="0" r="r" b="b"/>
            <a:pathLst>
              <a:path w="14103" h="1509">
                <a:moveTo>
                  <a:pt x="0" y="0"/>
                </a:moveTo>
                <a:lnTo>
                  <a:pt x="14103" y="0"/>
                </a:lnTo>
                <a:lnTo>
                  <a:pt x="14103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7000560" y="3914640"/>
            <a:ext cx="4524840" cy="543240"/>
          </a:xfrm>
          <a:custGeom>
            <a:avLst/>
            <a:gdLst/>
            <a:ahLst/>
            <a:rect l="0" t="0" r="r" b="b"/>
            <a:pathLst>
              <a:path w="12569" h="1509">
                <a:moveTo>
                  <a:pt x="0" y="0"/>
                </a:moveTo>
                <a:lnTo>
                  <a:pt x="12569" y="0"/>
                </a:lnTo>
                <a:lnTo>
                  <a:pt x="1256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666720" y="120960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666720" y="1209600"/>
            <a:ext cx="714600" cy="9720"/>
          </a:xfrm>
          <a:custGeom>
            <a:avLst/>
            <a:gdLst/>
            <a:ahLst/>
            <a:rect l="0" t="0" r="r" b="b"/>
            <a:pathLst>
              <a:path w="1985" h="27">
                <a:moveTo>
                  <a:pt x="0" y="0"/>
                </a:moveTo>
                <a:lnTo>
                  <a:pt x="1985" y="0"/>
                </a:lnTo>
                <a:lnTo>
                  <a:pt x="19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1371240" y="120960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1380960" y="1209600"/>
            <a:ext cx="552960" cy="9720"/>
          </a:xfrm>
          <a:custGeom>
            <a:avLst/>
            <a:gdLst/>
            <a:ahLst/>
            <a:rect l="0" t="0" r="r" b="b"/>
            <a:pathLst>
              <a:path w="1536" h="27">
                <a:moveTo>
                  <a:pt x="0" y="0"/>
                </a:moveTo>
                <a:lnTo>
                  <a:pt x="1536" y="0"/>
                </a:lnTo>
                <a:lnTo>
                  <a:pt x="153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1923840" y="120960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1933560" y="1209600"/>
            <a:ext cx="5067360" cy="9720"/>
          </a:xfrm>
          <a:custGeom>
            <a:avLst/>
            <a:gdLst/>
            <a:ahLst/>
            <a:rect l="0" t="0" r="r" b="b"/>
            <a:pathLst>
              <a:path w="14076" h="27">
                <a:moveTo>
                  <a:pt x="0" y="0"/>
                </a:moveTo>
                <a:lnTo>
                  <a:pt x="14076" y="0"/>
                </a:lnTo>
                <a:lnTo>
                  <a:pt x="1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6991200" y="120960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7000560" y="1209600"/>
            <a:ext cx="4524840" cy="9720"/>
          </a:xfrm>
          <a:custGeom>
            <a:avLst/>
            <a:gdLst/>
            <a:ahLst/>
            <a:rect l="0" t="0" r="r" b="b"/>
            <a:pathLst>
              <a:path w="12569" h="27">
                <a:moveTo>
                  <a:pt x="0" y="0"/>
                </a:moveTo>
                <a:lnTo>
                  <a:pt x="12569" y="0"/>
                </a:lnTo>
                <a:lnTo>
                  <a:pt x="125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11515680" y="120960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666720" y="1514160"/>
            <a:ext cx="714600" cy="10080"/>
          </a:xfrm>
          <a:custGeom>
            <a:avLst/>
            <a:gdLst/>
            <a:ahLst/>
            <a:rect l="0" t="0" r="r" b="b"/>
            <a:pathLst>
              <a:path w="1985" h="28">
                <a:moveTo>
                  <a:pt x="0" y="0"/>
                </a:moveTo>
                <a:lnTo>
                  <a:pt x="1985" y="0"/>
                </a:lnTo>
                <a:lnTo>
                  <a:pt x="19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1380960" y="1514160"/>
            <a:ext cx="552960" cy="10080"/>
          </a:xfrm>
          <a:custGeom>
            <a:avLst/>
            <a:gdLst/>
            <a:ahLst/>
            <a:rect l="0" t="0" r="r" b="b"/>
            <a:pathLst>
              <a:path w="1536" h="28">
                <a:moveTo>
                  <a:pt x="0" y="0"/>
                </a:moveTo>
                <a:lnTo>
                  <a:pt x="1536" y="0"/>
                </a:lnTo>
                <a:lnTo>
                  <a:pt x="153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1933560" y="1514160"/>
            <a:ext cx="5067360" cy="10080"/>
          </a:xfrm>
          <a:custGeom>
            <a:avLst/>
            <a:gdLst/>
            <a:ahLst/>
            <a:rect l="0" t="0" r="r" b="b"/>
            <a:pathLst>
              <a:path w="14076" h="28">
                <a:moveTo>
                  <a:pt x="0" y="0"/>
                </a:moveTo>
                <a:lnTo>
                  <a:pt x="14076" y="0"/>
                </a:lnTo>
                <a:lnTo>
                  <a:pt x="140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7000560" y="1514160"/>
            <a:ext cx="4524840" cy="10080"/>
          </a:xfrm>
          <a:custGeom>
            <a:avLst/>
            <a:gdLst/>
            <a:ahLst/>
            <a:rect l="0" t="0" r="r" b="b"/>
            <a:pathLst>
              <a:path w="12569" h="28">
                <a:moveTo>
                  <a:pt x="0" y="0"/>
                </a:moveTo>
                <a:lnTo>
                  <a:pt x="12569" y="0"/>
                </a:lnTo>
                <a:lnTo>
                  <a:pt x="1256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666720" y="15238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1371240" y="15238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1923840" y="152388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6991200" y="15238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11515680" y="152388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666720" y="2066760"/>
            <a:ext cx="9720" cy="771840"/>
          </a:xfrm>
          <a:custGeom>
            <a:avLst/>
            <a:gdLst/>
            <a:ahLst/>
            <a:rect l="0" t="0" r="r" b="b"/>
            <a:pathLst>
              <a:path w="27" h="2144">
                <a:moveTo>
                  <a:pt x="0" y="0"/>
                </a:moveTo>
                <a:lnTo>
                  <a:pt x="27" y="0"/>
                </a:lnTo>
                <a:lnTo>
                  <a:pt x="27" y="2144"/>
                </a:lnTo>
                <a:lnTo>
                  <a:pt x="0" y="214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666720" y="2057040"/>
            <a:ext cx="714600" cy="10080"/>
          </a:xfrm>
          <a:custGeom>
            <a:avLst/>
            <a:gdLst/>
            <a:ahLst/>
            <a:rect l="0" t="0" r="r" b="b"/>
            <a:pathLst>
              <a:path w="1985" h="28">
                <a:moveTo>
                  <a:pt x="0" y="0"/>
                </a:moveTo>
                <a:lnTo>
                  <a:pt x="1985" y="0"/>
                </a:lnTo>
                <a:lnTo>
                  <a:pt x="19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1371240" y="2066760"/>
            <a:ext cx="10080" cy="771840"/>
          </a:xfrm>
          <a:custGeom>
            <a:avLst/>
            <a:gdLst/>
            <a:ahLst/>
            <a:rect l="0" t="0" r="r" b="b"/>
            <a:pathLst>
              <a:path w="28" h="2144">
                <a:moveTo>
                  <a:pt x="0" y="0"/>
                </a:moveTo>
                <a:lnTo>
                  <a:pt x="28" y="0"/>
                </a:lnTo>
                <a:lnTo>
                  <a:pt x="28" y="2144"/>
                </a:lnTo>
                <a:lnTo>
                  <a:pt x="0" y="214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1380960" y="2057040"/>
            <a:ext cx="552960" cy="10080"/>
          </a:xfrm>
          <a:custGeom>
            <a:avLst/>
            <a:gdLst/>
            <a:ahLst/>
            <a:rect l="0" t="0" r="r" b="b"/>
            <a:pathLst>
              <a:path w="1536" h="28">
                <a:moveTo>
                  <a:pt x="0" y="0"/>
                </a:moveTo>
                <a:lnTo>
                  <a:pt x="1536" y="0"/>
                </a:lnTo>
                <a:lnTo>
                  <a:pt x="153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1923840" y="2066760"/>
            <a:ext cx="10080" cy="771840"/>
          </a:xfrm>
          <a:custGeom>
            <a:avLst/>
            <a:gdLst/>
            <a:ahLst/>
            <a:rect l="0" t="0" r="r" b="b"/>
            <a:pathLst>
              <a:path w="28" h="2144">
                <a:moveTo>
                  <a:pt x="0" y="0"/>
                </a:moveTo>
                <a:lnTo>
                  <a:pt x="28" y="0"/>
                </a:lnTo>
                <a:lnTo>
                  <a:pt x="28" y="2144"/>
                </a:lnTo>
                <a:lnTo>
                  <a:pt x="0" y="214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1933560" y="2057040"/>
            <a:ext cx="5067360" cy="10080"/>
          </a:xfrm>
          <a:custGeom>
            <a:avLst/>
            <a:gdLst/>
            <a:ahLst/>
            <a:rect l="0" t="0" r="r" b="b"/>
            <a:pathLst>
              <a:path w="14076" h="28">
                <a:moveTo>
                  <a:pt x="0" y="0"/>
                </a:moveTo>
                <a:lnTo>
                  <a:pt x="14076" y="0"/>
                </a:lnTo>
                <a:lnTo>
                  <a:pt x="140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6991200" y="2066760"/>
            <a:ext cx="9720" cy="771840"/>
          </a:xfrm>
          <a:custGeom>
            <a:avLst/>
            <a:gdLst/>
            <a:ahLst/>
            <a:rect l="0" t="0" r="r" b="b"/>
            <a:pathLst>
              <a:path w="27" h="2144">
                <a:moveTo>
                  <a:pt x="0" y="0"/>
                </a:moveTo>
                <a:lnTo>
                  <a:pt x="27" y="0"/>
                </a:lnTo>
                <a:lnTo>
                  <a:pt x="27" y="2144"/>
                </a:lnTo>
                <a:lnTo>
                  <a:pt x="0" y="214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7000560" y="2057040"/>
            <a:ext cx="4524840" cy="10080"/>
          </a:xfrm>
          <a:custGeom>
            <a:avLst/>
            <a:gdLst/>
            <a:ahLst/>
            <a:rect l="0" t="0" r="r" b="b"/>
            <a:pathLst>
              <a:path w="12569" h="28">
                <a:moveTo>
                  <a:pt x="0" y="0"/>
                </a:moveTo>
                <a:lnTo>
                  <a:pt x="12569" y="0"/>
                </a:lnTo>
                <a:lnTo>
                  <a:pt x="1256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11515680" y="2066760"/>
            <a:ext cx="9720" cy="771840"/>
          </a:xfrm>
          <a:custGeom>
            <a:avLst/>
            <a:gdLst/>
            <a:ahLst/>
            <a:rect l="0" t="0" r="r" b="b"/>
            <a:pathLst>
              <a:path w="27" h="2144">
                <a:moveTo>
                  <a:pt x="0" y="0"/>
                </a:moveTo>
                <a:lnTo>
                  <a:pt x="27" y="0"/>
                </a:lnTo>
                <a:lnTo>
                  <a:pt x="27" y="2144"/>
                </a:lnTo>
                <a:lnTo>
                  <a:pt x="0" y="214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666720" y="283824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666720" y="2828880"/>
            <a:ext cx="714600" cy="9720"/>
          </a:xfrm>
          <a:custGeom>
            <a:avLst/>
            <a:gdLst/>
            <a:ahLst/>
            <a:rect l="0" t="0" r="r" b="b"/>
            <a:pathLst>
              <a:path w="1985" h="27">
                <a:moveTo>
                  <a:pt x="0" y="0"/>
                </a:moveTo>
                <a:lnTo>
                  <a:pt x="1985" y="0"/>
                </a:lnTo>
                <a:lnTo>
                  <a:pt x="19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1371240" y="283824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1380960" y="2828880"/>
            <a:ext cx="552960" cy="9720"/>
          </a:xfrm>
          <a:custGeom>
            <a:avLst/>
            <a:gdLst/>
            <a:ahLst/>
            <a:rect l="0" t="0" r="r" b="b"/>
            <a:pathLst>
              <a:path w="1536" h="27">
                <a:moveTo>
                  <a:pt x="0" y="0"/>
                </a:moveTo>
                <a:lnTo>
                  <a:pt x="1536" y="0"/>
                </a:lnTo>
                <a:lnTo>
                  <a:pt x="153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1923840" y="283824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1933560" y="2828880"/>
            <a:ext cx="5067360" cy="9720"/>
          </a:xfrm>
          <a:custGeom>
            <a:avLst/>
            <a:gdLst/>
            <a:ahLst/>
            <a:rect l="0" t="0" r="r" b="b"/>
            <a:pathLst>
              <a:path w="14076" h="27">
                <a:moveTo>
                  <a:pt x="0" y="0"/>
                </a:moveTo>
                <a:lnTo>
                  <a:pt x="14076" y="0"/>
                </a:lnTo>
                <a:lnTo>
                  <a:pt x="1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6991200" y="283824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7000560" y="2828880"/>
            <a:ext cx="4524840" cy="9720"/>
          </a:xfrm>
          <a:custGeom>
            <a:avLst/>
            <a:gdLst/>
            <a:ahLst/>
            <a:rect l="0" t="0" r="r" b="b"/>
            <a:pathLst>
              <a:path w="12569" h="27">
                <a:moveTo>
                  <a:pt x="0" y="0"/>
                </a:moveTo>
                <a:lnTo>
                  <a:pt x="12569" y="0"/>
                </a:lnTo>
                <a:lnTo>
                  <a:pt x="125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11515680" y="283824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666720" y="338112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666720" y="3371760"/>
            <a:ext cx="714600" cy="9720"/>
          </a:xfrm>
          <a:custGeom>
            <a:avLst/>
            <a:gdLst/>
            <a:ahLst/>
            <a:rect l="0" t="0" r="r" b="b"/>
            <a:pathLst>
              <a:path w="1985" h="27">
                <a:moveTo>
                  <a:pt x="0" y="0"/>
                </a:moveTo>
                <a:lnTo>
                  <a:pt x="1985" y="0"/>
                </a:lnTo>
                <a:lnTo>
                  <a:pt x="19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1371240" y="338112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1380960" y="3371760"/>
            <a:ext cx="552960" cy="9720"/>
          </a:xfrm>
          <a:custGeom>
            <a:avLst/>
            <a:gdLst/>
            <a:ahLst/>
            <a:rect l="0" t="0" r="r" b="b"/>
            <a:pathLst>
              <a:path w="1536" h="27">
                <a:moveTo>
                  <a:pt x="0" y="0"/>
                </a:moveTo>
                <a:lnTo>
                  <a:pt x="1536" y="0"/>
                </a:lnTo>
                <a:lnTo>
                  <a:pt x="153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1923840" y="338112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1933560" y="3371760"/>
            <a:ext cx="5067360" cy="9720"/>
          </a:xfrm>
          <a:custGeom>
            <a:avLst/>
            <a:gdLst/>
            <a:ahLst/>
            <a:rect l="0" t="0" r="r" b="b"/>
            <a:pathLst>
              <a:path w="14076" h="27">
                <a:moveTo>
                  <a:pt x="0" y="0"/>
                </a:moveTo>
                <a:lnTo>
                  <a:pt x="14076" y="0"/>
                </a:lnTo>
                <a:lnTo>
                  <a:pt x="1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6991200" y="338112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7000560" y="3371760"/>
            <a:ext cx="4524840" cy="9720"/>
          </a:xfrm>
          <a:custGeom>
            <a:avLst/>
            <a:gdLst/>
            <a:ahLst/>
            <a:rect l="0" t="0" r="r" b="b"/>
            <a:pathLst>
              <a:path w="12569" h="27">
                <a:moveTo>
                  <a:pt x="0" y="0"/>
                </a:moveTo>
                <a:lnTo>
                  <a:pt x="12569" y="0"/>
                </a:lnTo>
                <a:lnTo>
                  <a:pt x="125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11515680" y="338112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666720" y="39240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666720" y="3914640"/>
            <a:ext cx="714600" cy="9720"/>
          </a:xfrm>
          <a:custGeom>
            <a:avLst/>
            <a:gdLst/>
            <a:ahLst/>
            <a:rect l="0" t="0" r="r" b="b"/>
            <a:pathLst>
              <a:path w="1985" h="27">
                <a:moveTo>
                  <a:pt x="0" y="0"/>
                </a:moveTo>
                <a:lnTo>
                  <a:pt x="1985" y="0"/>
                </a:lnTo>
                <a:lnTo>
                  <a:pt x="19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1371240" y="392400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1380960" y="3914640"/>
            <a:ext cx="552960" cy="9720"/>
          </a:xfrm>
          <a:custGeom>
            <a:avLst/>
            <a:gdLst/>
            <a:ahLst/>
            <a:rect l="0" t="0" r="r" b="b"/>
            <a:pathLst>
              <a:path w="1536" h="27">
                <a:moveTo>
                  <a:pt x="0" y="0"/>
                </a:moveTo>
                <a:lnTo>
                  <a:pt x="1536" y="0"/>
                </a:lnTo>
                <a:lnTo>
                  <a:pt x="153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1923840" y="392400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1933560" y="3914640"/>
            <a:ext cx="5067360" cy="9720"/>
          </a:xfrm>
          <a:custGeom>
            <a:avLst/>
            <a:gdLst/>
            <a:ahLst/>
            <a:rect l="0" t="0" r="r" b="b"/>
            <a:pathLst>
              <a:path w="14076" h="27">
                <a:moveTo>
                  <a:pt x="0" y="0"/>
                </a:moveTo>
                <a:lnTo>
                  <a:pt x="14076" y="0"/>
                </a:lnTo>
                <a:lnTo>
                  <a:pt x="1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6991200" y="39240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7000560" y="3914640"/>
            <a:ext cx="4524840" cy="9720"/>
          </a:xfrm>
          <a:custGeom>
            <a:avLst/>
            <a:gdLst/>
            <a:ahLst/>
            <a:rect l="0" t="0" r="r" b="b"/>
            <a:pathLst>
              <a:path w="12569" h="27">
                <a:moveTo>
                  <a:pt x="0" y="0"/>
                </a:moveTo>
                <a:lnTo>
                  <a:pt x="12569" y="0"/>
                </a:lnTo>
                <a:lnTo>
                  <a:pt x="125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11515680" y="39240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666720" y="4466880"/>
            <a:ext cx="9720" cy="305280"/>
          </a:xfrm>
          <a:custGeom>
            <a:avLst/>
            <a:gdLst/>
            <a:ah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666720" y="4457520"/>
            <a:ext cx="714600" cy="9720"/>
          </a:xfrm>
          <a:custGeom>
            <a:avLst/>
            <a:gdLst/>
            <a:ahLst/>
            <a:rect l="0" t="0" r="r" b="b"/>
            <a:pathLst>
              <a:path w="1985" h="27">
                <a:moveTo>
                  <a:pt x="0" y="0"/>
                </a:moveTo>
                <a:lnTo>
                  <a:pt x="1985" y="0"/>
                </a:lnTo>
                <a:lnTo>
                  <a:pt x="19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1371240" y="4466880"/>
            <a:ext cx="10080" cy="305280"/>
          </a:xfrm>
          <a:custGeom>
            <a:avLst/>
            <a:gdLst/>
            <a:ahLst/>
            <a:rect l="0" t="0" r="r" b="b"/>
            <a:pathLst>
              <a:path w="28" h="848">
                <a:moveTo>
                  <a:pt x="0" y="0"/>
                </a:moveTo>
                <a:lnTo>
                  <a:pt x="28" y="0"/>
                </a:lnTo>
                <a:lnTo>
                  <a:pt x="2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1380960" y="4457520"/>
            <a:ext cx="552960" cy="9720"/>
          </a:xfrm>
          <a:custGeom>
            <a:avLst/>
            <a:gdLst/>
            <a:ahLst/>
            <a:rect l="0" t="0" r="r" b="b"/>
            <a:pathLst>
              <a:path w="1536" h="27">
                <a:moveTo>
                  <a:pt x="0" y="0"/>
                </a:moveTo>
                <a:lnTo>
                  <a:pt x="1536" y="0"/>
                </a:lnTo>
                <a:lnTo>
                  <a:pt x="153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1923840" y="4466880"/>
            <a:ext cx="10080" cy="305280"/>
          </a:xfrm>
          <a:custGeom>
            <a:avLst/>
            <a:gdLst/>
            <a:ahLst/>
            <a:rect l="0" t="0" r="r" b="b"/>
            <a:pathLst>
              <a:path w="28" h="848">
                <a:moveTo>
                  <a:pt x="0" y="0"/>
                </a:moveTo>
                <a:lnTo>
                  <a:pt x="28" y="0"/>
                </a:lnTo>
                <a:lnTo>
                  <a:pt x="2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1933560" y="4457520"/>
            <a:ext cx="5067360" cy="9720"/>
          </a:xfrm>
          <a:custGeom>
            <a:avLst/>
            <a:gdLst/>
            <a:ahLst/>
            <a:rect l="0" t="0" r="r" b="b"/>
            <a:pathLst>
              <a:path w="14076" h="27">
                <a:moveTo>
                  <a:pt x="0" y="0"/>
                </a:moveTo>
                <a:lnTo>
                  <a:pt x="14076" y="0"/>
                </a:lnTo>
                <a:lnTo>
                  <a:pt x="1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6991200" y="4466880"/>
            <a:ext cx="9720" cy="305280"/>
          </a:xfrm>
          <a:custGeom>
            <a:avLst/>
            <a:gdLst/>
            <a:ah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7000560" y="4457520"/>
            <a:ext cx="4524840" cy="9720"/>
          </a:xfrm>
          <a:custGeom>
            <a:avLst/>
            <a:gdLst/>
            <a:ahLst/>
            <a:rect l="0" t="0" r="r" b="b"/>
            <a:pathLst>
              <a:path w="12569" h="27">
                <a:moveTo>
                  <a:pt x="0" y="0"/>
                </a:moveTo>
                <a:lnTo>
                  <a:pt x="12569" y="0"/>
                </a:lnTo>
                <a:lnTo>
                  <a:pt x="125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11515680" y="4466880"/>
            <a:ext cx="9720" cy="305280"/>
          </a:xfrm>
          <a:custGeom>
            <a:avLst/>
            <a:gdLst/>
            <a:ah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666720" y="4762440"/>
            <a:ext cx="714600" cy="9720"/>
          </a:xfrm>
          <a:custGeom>
            <a:avLst/>
            <a:gdLst/>
            <a:ahLst/>
            <a:rect l="0" t="0" r="r" b="b"/>
            <a:pathLst>
              <a:path w="1985" h="27">
                <a:moveTo>
                  <a:pt x="0" y="0"/>
                </a:moveTo>
                <a:lnTo>
                  <a:pt x="1985" y="0"/>
                </a:lnTo>
                <a:lnTo>
                  <a:pt x="19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1380960" y="4762440"/>
            <a:ext cx="552960" cy="9720"/>
          </a:xfrm>
          <a:custGeom>
            <a:avLst/>
            <a:gdLst/>
            <a:ahLst/>
            <a:rect l="0" t="0" r="r" b="b"/>
            <a:pathLst>
              <a:path w="1536" h="27">
                <a:moveTo>
                  <a:pt x="0" y="0"/>
                </a:moveTo>
                <a:lnTo>
                  <a:pt x="1536" y="0"/>
                </a:lnTo>
                <a:lnTo>
                  <a:pt x="153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1933560" y="4762440"/>
            <a:ext cx="5067360" cy="9720"/>
          </a:xfrm>
          <a:custGeom>
            <a:avLst/>
            <a:gdLst/>
            <a:ahLst/>
            <a:rect l="0" t="0" r="r" b="b"/>
            <a:pathLst>
              <a:path w="14076" h="27">
                <a:moveTo>
                  <a:pt x="0" y="0"/>
                </a:moveTo>
                <a:lnTo>
                  <a:pt x="14076" y="0"/>
                </a:lnTo>
                <a:lnTo>
                  <a:pt x="1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7000560" y="4762440"/>
            <a:ext cx="4524840" cy="9720"/>
          </a:xfrm>
          <a:custGeom>
            <a:avLst/>
            <a:gdLst/>
            <a:ahLst/>
            <a:rect l="0" t="0" r="r" b="b"/>
            <a:pathLst>
              <a:path w="12569" h="27">
                <a:moveTo>
                  <a:pt x="0" y="0"/>
                </a:moveTo>
                <a:lnTo>
                  <a:pt x="12569" y="0"/>
                </a:lnTo>
                <a:lnTo>
                  <a:pt x="125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666720" y="642600"/>
            <a:ext cx="192096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216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タイムテーブル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840960" y="1227960"/>
            <a:ext cx="3420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350" strike="noStrike" u="none">
                <a:solidFill>
                  <a:srgbClr val="fff8e1"/>
                </a:solidFill>
                <a:effectLst/>
                <a:uFillTx/>
                <a:latin typeface="Meiryo"/>
                <a:ea typeface="Meiryo"/>
              </a:rPr>
              <a:t>時刻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1468080" y="1227960"/>
            <a:ext cx="3420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350" strike="noStrike" u="none">
                <a:solidFill>
                  <a:srgbClr val="fff8e1"/>
                </a:solidFill>
                <a:effectLst/>
                <a:uFillTx/>
                <a:latin typeface="Meiryo"/>
                <a:ea typeface="Meiryo"/>
              </a:rPr>
              <a:t>時間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4004280" y="1227960"/>
            <a:ext cx="8542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350" strike="noStrike" u="none">
                <a:solidFill>
                  <a:srgbClr val="fff8e1"/>
                </a:solidFill>
                <a:effectLst/>
                <a:uFillTx/>
                <a:latin typeface="Meiryo"/>
                <a:ea typeface="Meiryo"/>
              </a:rPr>
              <a:t>セッション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8801640" y="1227960"/>
            <a:ext cx="8542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350" strike="noStrike" u="none">
                <a:solidFill>
                  <a:srgbClr val="fff8e1"/>
                </a:solidFill>
                <a:effectLst/>
                <a:uFillTx/>
                <a:latin typeface="Meiryo"/>
                <a:ea typeface="Meiryo"/>
              </a:rPr>
              <a:t>スピーカー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744840" y="1656720"/>
            <a:ext cx="49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14:00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1450440" y="1656720"/>
            <a:ext cx="328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5</a:t>
            </a:r>
            <a:r>
              <a:rPr b="0" lang="ja-JP" sz="13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1999080" y="1656720"/>
            <a:ext cx="10249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3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オープニング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7072920" y="1542240"/>
            <a:ext cx="37850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3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胡⽥ 昌彦（⽇本ビジネスシステムズ </a:t>
            </a:r>
            <a:r>
              <a:rPr b="0" lang="en-US" sz="13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/ Microsoft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7072920" y="1770840"/>
            <a:ext cx="5824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MVP</a:t>
            </a:r>
            <a:r>
              <a:rPr b="0" lang="ja-JP" sz="13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）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744840" y="2313720"/>
            <a:ext cx="49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14:05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1450440" y="2199600"/>
            <a:ext cx="2127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40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1450440" y="2428200"/>
            <a:ext cx="1713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3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1999080" y="2085120"/>
            <a:ext cx="38095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Microsoft Connected Cache for Enterprise and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1999080" y="2313720"/>
            <a:ext cx="8157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Education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1999080" y="2542320"/>
            <a:ext cx="44384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3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〜当社での導⼊事例とアクティビティの⾒える化の紹介〜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7072920" y="2313720"/>
            <a:ext cx="19944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3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養⽼ 利紀 ⽒（三井情報）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744840" y="2971080"/>
            <a:ext cx="49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14:45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1450440" y="2856600"/>
            <a:ext cx="2127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15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1450440" y="3085200"/>
            <a:ext cx="1713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3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1999080" y="2971080"/>
            <a:ext cx="3704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Q&amp;A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7072920" y="2971080"/>
            <a:ext cx="22197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3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匿名で何でも質問できます︕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744840" y="3513960"/>
            <a:ext cx="49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15:00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1450440" y="3399840"/>
            <a:ext cx="2127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20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1450440" y="3628440"/>
            <a:ext cx="1713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3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1999080" y="3513960"/>
            <a:ext cx="29534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Microsoft "Adaptive Cloud" Updates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7072920" y="3513960"/>
            <a:ext cx="2676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3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⾼添 修 ⽒（⽇本マイクロソフト）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744840" y="4056840"/>
            <a:ext cx="49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15:20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1450440" y="3933000"/>
            <a:ext cx="2127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10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1450440" y="4171320"/>
            <a:ext cx="1713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3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1999080" y="4056840"/>
            <a:ext cx="3704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Q&amp;A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7072920" y="4056840"/>
            <a:ext cx="17074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3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何でも質問できます︕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744840" y="4475880"/>
            <a:ext cx="49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15:30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1450440" y="4475880"/>
            <a:ext cx="1710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-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1999080" y="4475880"/>
            <a:ext cx="10249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3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クロージング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7072920" y="4475880"/>
            <a:ext cx="7416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35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胡⽥ 昌彦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11828160" y="6387840"/>
            <a:ext cx="1825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4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10239480" y="2752560"/>
            <a:ext cx="1466640" cy="135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"/>
          <p:cNvSpPr txBox="1"/>
          <p:nvPr/>
        </p:nvSpPr>
        <p:spPr>
          <a:xfrm>
            <a:off x="666720" y="618480"/>
            <a:ext cx="311436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HCCJP</a:t>
            </a:r>
            <a:r>
              <a:rPr b="1" lang="ja-JP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とは</a:t>
            </a:r>
            <a:endParaRPr b="0" lang="en-US" sz="4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752400" y="2781000"/>
            <a:ext cx="114480" cy="114840"/>
          </a:xfrm>
          <a:custGeom>
            <a:avLst/>
            <a:gdLst/>
            <a:ahLst/>
            <a:rect l="0" t="0" r="r" b="b"/>
            <a:pathLst>
              <a:path w="318" h="319">
                <a:moveTo>
                  <a:pt x="318" y="160"/>
                </a:moveTo>
                <a:cubicBezTo>
                  <a:pt x="318" y="171"/>
                  <a:pt x="317" y="181"/>
                  <a:pt x="315" y="191"/>
                </a:cubicBezTo>
                <a:cubicBezTo>
                  <a:pt x="313" y="201"/>
                  <a:pt x="310" y="211"/>
                  <a:pt x="306" y="221"/>
                </a:cubicBezTo>
                <a:cubicBezTo>
                  <a:pt x="302" y="230"/>
                  <a:pt x="297" y="240"/>
                  <a:pt x="291" y="248"/>
                </a:cubicBezTo>
                <a:cubicBezTo>
                  <a:pt x="285" y="257"/>
                  <a:pt x="278" y="265"/>
                  <a:pt x="271" y="272"/>
                </a:cubicBezTo>
                <a:cubicBezTo>
                  <a:pt x="263" y="280"/>
                  <a:pt x="255" y="286"/>
                  <a:pt x="247" y="292"/>
                </a:cubicBezTo>
                <a:cubicBezTo>
                  <a:pt x="238" y="298"/>
                  <a:pt x="229" y="303"/>
                  <a:pt x="219" y="307"/>
                </a:cubicBezTo>
                <a:cubicBezTo>
                  <a:pt x="210" y="311"/>
                  <a:pt x="200" y="314"/>
                  <a:pt x="189" y="316"/>
                </a:cubicBezTo>
                <a:cubicBezTo>
                  <a:pt x="179" y="318"/>
                  <a:pt x="169" y="319"/>
                  <a:pt x="158" y="319"/>
                </a:cubicBezTo>
                <a:cubicBezTo>
                  <a:pt x="148" y="319"/>
                  <a:pt x="138" y="318"/>
                  <a:pt x="127" y="316"/>
                </a:cubicBezTo>
                <a:cubicBezTo>
                  <a:pt x="117" y="314"/>
                  <a:pt x="107" y="311"/>
                  <a:pt x="98" y="307"/>
                </a:cubicBezTo>
                <a:cubicBezTo>
                  <a:pt x="88" y="303"/>
                  <a:pt x="79" y="298"/>
                  <a:pt x="70" y="292"/>
                </a:cubicBezTo>
                <a:cubicBezTo>
                  <a:pt x="62" y="286"/>
                  <a:pt x="54" y="280"/>
                  <a:pt x="46" y="272"/>
                </a:cubicBezTo>
                <a:cubicBezTo>
                  <a:pt x="39" y="265"/>
                  <a:pt x="32" y="257"/>
                  <a:pt x="26" y="248"/>
                </a:cubicBezTo>
                <a:cubicBezTo>
                  <a:pt x="21" y="240"/>
                  <a:pt x="16" y="230"/>
                  <a:pt x="12" y="221"/>
                </a:cubicBezTo>
                <a:cubicBezTo>
                  <a:pt x="8" y="211"/>
                  <a:pt x="5" y="201"/>
                  <a:pt x="3" y="191"/>
                </a:cubicBezTo>
                <a:cubicBezTo>
                  <a:pt x="1" y="181"/>
                  <a:pt x="0" y="171"/>
                  <a:pt x="0" y="160"/>
                </a:cubicBez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1"/>
                  <a:pt x="26" y="72"/>
                </a:cubicBezTo>
                <a:cubicBezTo>
                  <a:pt x="32" y="63"/>
                  <a:pt x="39" y="55"/>
                  <a:pt x="46" y="48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cubicBezTo>
                  <a:pt x="169" y="0"/>
                  <a:pt x="179" y="1"/>
                  <a:pt x="189" y="3"/>
                </a:cubicBezTo>
                <a:cubicBezTo>
                  <a:pt x="200" y="5"/>
                  <a:pt x="210" y="8"/>
                  <a:pt x="219" y="12"/>
                </a:cubicBezTo>
                <a:cubicBezTo>
                  <a:pt x="229" y="16"/>
                  <a:pt x="238" y="21"/>
                  <a:pt x="247" y="27"/>
                </a:cubicBezTo>
                <a:cubicBezTo>
                  <a:pt x="255" y="33"/>
                  <a:pt x="263" y="39"/>
                  <a:pt x="271" y="48"/>
                </a:cubicBezTo>
                <a:cubicBezTo>
                  <a:pt x="278" y="55"/>
                  <a:pt x="285" y="63"/>
                  <a:pt x="291" y="72"/>
                </a:cubicBezTo>
                <a:cubicBezTo>
                  <a:pt x="297" y="81"/>
                  <a:pt x="302" y="90"/>
                  <a:pt x="306" y="99"/>
                </a:cubicBezTo>
                <a:cubicBezTo>
                  <a:pt x="310" y="109"/>
                  <a:pt x="313" y="119"/>
                  <a:pt x="315" y="129"/>
                </a:cubicBezTo>
                <a:cubicBezTo>
                  <a:pt x="317" y="139"/>
                  <a:pt x="318" y="150"/>
                  <a:pt x="318" y="16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666720" y="1605600"/>
            <a:ext cx="6241680" cy="721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378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ハイブリッドクラウド研究会</a:t>
            </a:r>
            <a:endParaRPr b="0" lang="en-US" sz="37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752400" y="3314520"/>
            <a:ext cx="114480" cy="114480"/>
          </a:xfrm>
          <a:custGeom>
            <a:avLst/>
            <a:gdLst/>
            <a:ahLst/>
            <a:rect l="0" t="0" r="r" b="b"/>
            <a:pathLst>
              <a:path w="318" h="318">
                <a:moveTo>
                  <a:pt x="318" y="160"/>
                </a:moveTo>
                <a:cubicBezTo>
                  <a:pt x="318" y="170"/>
                  <a:pt x="317" y="180"/>
                  <a:pt x="315" y="191"/>
                </a:cubicBezTo>
                <a:cubicBezTo>
                  <a:pt x="313" y="201"/>
                  <a:pt x="310" y="211"/>
                  <a:pt x="306" y="221"/>
                </a:cubicBezTo>
                <a:cubicBezTo>
                  <a:pt x="302" y="230"/>
                  <a:pt x="297" y="239"/>
                  <a:pt x="291" y="248"/>
                </a:cubicBezTo>
                <a:cubicBezTo>
                  <a:pt x="285" y="257"/>
                  <a:pt x="278" y="265"/>
                  <a:pt x="271" y="272"/>
                </a:cubicBezTo>
                <a:cubicBezTo>
                  <a:pt x="263" y="279"/>
                  <a:pt x="255" y="286"/>
                  <a:pt x="247" y="292"/>
                </a:cubicBezTo>
                <a:cubicBezTo>
                  <a:pt x="238" y="298"/>
                  <a:pt x="229" y="302"/>
                  <a:pt x="219" y="306"/>
                </a:cubicBezTo>
                <a:cubicBezTo>
                  <a:pt x="210" y="310"/>
                  <a:pt x="200" y="313"/>
                  <a:pt x="189" y="315"/>
                </a:cubicBezTo>
                <a:cubicBezTo>
                  <a:pt x="179" y="317"/>
                  <a:pt x="169" y="318"/>
                  <a:pt x="158" y="318"/>
                </a:cubicBezTo>
                <a:cubicBezTo>
                  <a:pt x="148" y="318"/>
                  <a:pt x="138" y="317"/>
                  <a:pt x="127" y="315"/>
                </a:cubicBezTo>
                <a:cubicBezTo>
                  <a:pt x="117" y="313"/>
                  <a:pt x="107" y="310"/>
                  <a:pt x="98" y="306"/>
                </a:cubicBezTo>
                <a:cubicBezTo>
                  <a:pt x="88" y="302"/>
                  <a:pt x="79" y="298"/>
                  <a:pt x="70" y="292"/>
                </a:cubicBezTo>
                <a:cubicBezTo>
                  <a:pt x="62" y="286"/>
                  <a:pt x="54" y="279"/>
                  <a:pt x="46" y="272"/>
                </a:cubicBezTo>
                <a:cubicBezTo>
                  <a:pt x="39" y="265"/>
                  <a:pt x="32" y="257"/>
                  <a:pt x="26" y="248"/>
                </a:cubicBezTo>
                <a:cubicBezTo>
                  <a:pt x="21" y="239"/>
                  <a:pt x="16" y="230"/>
                  <a:pt x="12" y="221"/>
                </a:cubicBezTo>
                <a:cubicBezTo>
                  <a:pt x="8" y="211"/>
                  <a:pt x="5" y="201"/>
                  <a:pt x="3" y="191"/>
                </a:cubicBezTo>
                <a:cubicBezTo>
                  <a:pt x="1" y="180"/>
                  <a:pt x="0" y="170"/>
                  <a:pt x="0" y="160"/>
                </a:cubicBez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cubicBezTo>
                  <a:pt x="169" y="0"/>
                  <a:pt x="179" y="1"/>
                  <a:pt x="189" y="3"/>
                </a:cubicBezTo>
                <a:cubicBezTo>
                  <a:pt x="200" y="5"/>
                  <a:pt x="210" y="8"/>
                  <a:pt x="219" y="12"/>
                </a:cubicBezTo>
                <a:cubicBezTo>
                  <a:pt x="229" y="16"/>
                  <a:pt x="238" y="21"/>
                  <a:pt x="247" y="27"/>
                </a:cubicBezTo>
                <a:cubicBezTo>
                  <a:pt x="255" y="33"/>
                  <a:pt x="263" y="39"/>
                  <a:pt x="271" y="46"/>
                </a:cubicBezTo>
                <a:cubicBezTo>
                  <a:pt x="278" y="54"/>
                  <a:pt x="285" y="62"/>
                  <a:pt x="291" y="71"/>
                </a:cubicBezTo>
                <a:cubicBezTo>
                  <a:pt x="297" y="79"/>
                  <a:pt x="302" y="88"/>
                  <a:pt x="306" y="98"/>
                </a:cubicBezTo>
                <a:cubicBezTo>
                  <a:pt x="310" y="108"/>
                  <a:pt x="313" y="118"/>
                  <a:pt x="315" y="128"/>
                </a:cubicBezTo>
                <a:cubicBezTo>
                  <a:pt x="317" y="138"/>
                  <a:pt x="318" y="149"/>
                  <a:pt x="318" y="16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1047600" y="2607480"/>
            <a:ext cx="469728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毎⽉第</a:t>
            </a:r>
            <a:r>
              <a:rPr b="0" lang="en-US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2</a:t>
            </a:r>
            <a:r>
              <a:rPr b="0" lang="ja-JP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⾦曜⽇ </a:t>
            </a:r>
            <a:r>
              <a:rPr b="0" lang="en-US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14</a:t>
            </a:r>
            <a:r>
              <a:rPr b="0" lang="ja-JP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時から開催</a:t>
            </a:r>
            <a:endParaRPr b="0" lang="en-US" sz="25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1047600" y="3141000"/>
            <a:ext cx="76892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Azure + </a:t>
            </a:r>
            <a:r>
              <a:rPr b="0" lang="ja-JP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ハイブリッドクラウド関連の最新情報をお</a:t>
            </a:r>
            <a:endParaRPr b="0" lang="en-US" sz="25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752400" y="4295520"/>
            <a:ext cx="114480" cy="114840"/>
          </a:xfrm>
          <a:custGeom>
            <a:avLst/>
            <a:gdLst/>
            <a:ahLst/>
            <a:rect l="0" t="0" r="r" b="b"/>
            <a:pathLst>
              <a:path w="318" h="319">
                <a:moveTo>
                  <a:pt x="318" y="159"/>
                </a:moveTo>
                <a:cubicBezTo>
                  <a:pt x="318" y="169"/>
                  <a:pt x="317" y="180"/>
                  <a:pt x="315" y="190"/>
                </a:cubicBezTo>
                <a:cubicBezTo>
                  <a:pt x="313" y="200"/>
                  <a:pt x="310" y="210"/>
                  <a:pt x="306" y="220"/>
                </a:cubicBezTo>
                <a:cubicBezTo>
                  <a:pt x="302" y="229"/>
                  <a:pt x="297" y="238"/>
                  <a:pt x="291" y="247"/>
                </a:cubicBezTo>
                <a:cubicBezTo>
                  <a:pt x="285" y="256"/>
                  <a:pt x="278" y="264"/>
                  <a:pt x="271" y="271"/>
                </a:cubicBezTo>
                <a:cubicBezTo>
                  <a:pt x="263" y="280"/>
                  <a:pt x="255" y="286"/>
                  <a:pt x="247" y="292"/>
                </a:cubicBezTo>
                <a:cubicBezTo>
                  <a:pt x="238" y="298"/>
                  <a:pt x="229" y="303"/>
                  <a:pt x="219" y="307"/>
                </a:cubicBezTo>
                <a:cubicBezTo>
                  <a:pt x="210" y="311"/>
                  <a:pt x="200" y="314"/>
                  <a:pt x="189" y="316"/>
                </a:cubicBezTo>
                <a:cubicBezTo>
                  <a:pt x="179" y="318"/>
                  <a:pt x="169" y="319"/>
                  <a:pt x="158" y="319"/>
                </a:cubicBezTo>
                <a:cubicBezTo>
                  <a:pt x="148" y="319"/>
                  <a:pt x="138" y="318"/>
                  <a:pt x="127" y="316"/>
                </a:cubicBezTo>
                <a:cubicBezTo>
                  <a:pt x="117" y="314"/>
                  <a:pt x="107" y="311"/>
                  <a:pt x="98" y="307"/>
                </a:cubicBezTo>
                <a:cubicBezTo>
                  <a:pt x="88" y="303"/>
                  <a:pt x="79" y="298"/>
                  <a:pt x="70" y="292"/>
                </a:cubicBezTo>
                <a:cubicBezTo>
                  <a:pt x="62" y="286"/>
                  <a:pt x="54" y="280"/>
                  <a:pt x="46" y="271"/>
                </a:cubicBezTo>
                <a:cubicBezTo>
                  <a:pt x="39" y="264"/>
                  <a:pt x="32" y="256"/>
                  <a:pt x="26" y="247"/>
                </a:cubicBezTo>
                <a:cubicBezTo>
                  <a:pt x="21" y="238"/>
                  <a:pt x="16" y="229"/>
                  <a:pt x="12" y="220"/>
                </a:cubicBezTo>
                <a:cubicBezTo>
                  <a:pt x="8" y="210"/>
                  <a:pt x="5" y="200"/>
                  <a:pt x="3" y="190"/>
                </a:cubicBezTo>
                <a:cubicBezTo>
                  <a:pt x="1" y="180"/>
                  <a:pt x="0" y="169"/>
                  <a:pt x="0" y="159"/>
                </a:cubicBez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cubicBezTo>
                  <a:pt x="169" y="0"/>
                  <a:pt x="179" y="1"/>
                  <a:pt x="189" y="3"/>
                </a:cubicBezTo>
                <a:cubicBezTo>
                  <a:pt x="200" y="5"/>
                  <a:pt x="210" y="8"/>
                  <a:pt x="219" y="12"/>
                </a:cubicBezTo>
                <a:cubicBezTo>
                  <a:pt x="229" y="16"/>
                  <a:pt x="238" y="21"/>
                  <a:pt x="247" y="27"/>
                </a:cubicBezTo>
                <a:cubicBezTo>
                  <a:pt x="255" y="33"/>
                  <a:pt x="263" y="39"/>
                  <a:pt x="271" y="47"/>
                </a:cubicBezTo>
                <a:cubicBezTo>
                  <a:pt x="278" y="54"/>
                  <a:pt x="285" y="62"/>
                  <a:pt x="291" y="71"/>
                </a:cubicBezTo>
                <a:cubicBezTo>
                  <a:pt x="297" y="79"/>
                  <a:pt x="302" y="89"/>
                  <a:pt x="306" y="98"/>
                </a:cubicBezTo>
                <a:cubicBezTo>
                  <a:pt x="310" y="108"/>
                  <a:pt x="313" y="118"/>
                  <a:pt x="315" y="128"/>
                </a:cubicBezTo>
                <a:cubicBezTo>
                  <a:pt x="317" y="138"/>
                  <a:pt x="318" y="149"/>
                  <a:pt x="318" y="15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1047600" y="3588480"/>
            <a:ext cx="6530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届け</a:t>
            </a:r>
            <a:endParaRPr b="0" lang="en-US" sz="25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714240" y="5038560"/>
            <a:ext cx="324000" cy="257400"/>
          </a:xfrm>
          <a:custGeom>
            <a:avLst/>
            <a:gdLst/>
            <a:ahLst/>
            <a:rect l="0" t="0" r="r" b="b"/>
            <a:pathLst>
              <a:path w="900" h="715">
                <a:moveTo>
                  <a:pt x="900" y="608"/>
                </a:moveTo>
                <a:cubicBezTo>
                  <a:pt x="900" y="608"/>
                  <a:pt x="900" y="715"/>
                  <a:pt x="795" y="715"/>
                </a:cubicBezTo>
                <a:lnTo>
                  <a:pt x="106" y="715"/>
                </a:lnTo>
                <a:cubicBezTo>
                  <a:pt x="0" y="715"/>
                  <a:pt x="0" y="608"/>
                  <a:pt x="0" y="608"/>
                </a:cubicBezTo>
                <a:lnTo>
                  <a:pt x="0" y="106"/>
                </a:lnTo>
                <a:cubicBezTo>
                  <a:pt x="0" y="0"/>
                  <a:pt x="106" y="0"/>
                  <a:pt x="106" y="0"/>
                </a:cubicBezTo>
                <a:lnTo>
                  <a:pt x="795" y="0"/>
                </a:lnTo>
                <a:cubicBezTo>
                  <a:pt x="795" y="0"/>
                  <a:pt x="900" y="0"/>
                  <a:pt x="900" y="106"/>
                </a:cubicBezTo>
                <a:lnTo>
                  <a:pt x="900" y="608"/>
                </a:ln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803880" y="4970880"/>
            <a:ext cx="106920" cy="106920"/>
          </a:xfrm>
          <a:custGeom>
            <a:avLst/>
            <a:gdLst/>
            <a:ahLst/>
            <a:rect l="0" t="0" r="r" b="b"/>
            <a:pathLst>
              <a:path w="297" h="297">
                <a:moveTo>
                  <a:pt x="290" y="251"/>
                </a:moveTo>
                <a:cubicBezTo>
                  <a:pt x="300" y="263"/>
                  <a:pt x="300" y="279"/>
                  <a:pt x="290" y="290"/>
                </a:cubicBezTo>
                <a:cubicBezTo>
                  <a:pt x="279" y="300"/>
                  <a:pt x="262" y="300"/>
                  <a:pt x="252" y="290"/>
                </a:cubicBezTo>
                <a:lnTo>
                  <a:pt x="8" y="45"/>
                </a:lnTo>
                <a:cubicBezTo>
                  <a:pt x="-2" y="35"/>
                  <a:pt x="-2" y="18"/>
                  <a:pt x="8" y="8"/>
                </a:cubicBezTo>
                <a:cubicBezTo>
                  <a:pt x="19" y="-2"/>
                  <a:pt x="36" y="-2"/>
                  <a:pt x="46" y="8"/>
                </a:cubicBezTo>
                <a:lnTo>
                  <a:pt x="290" y="251"/>
                </a:ln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842040" y="4970880"/>
            <a:ext cx="106920" cy="106920"/>
          </a:xfrm>
          <a:custGeom>
            <a:avLst/>
            <a:gdLst/>
            <a:ahLst/>
            <a:rect l="0" t="0" r="r" b="b"/>
            <a:pathLst>
              <a:path w="297" h="297">
                <a:moveTo>
                  <a:pt x="8" y="251"/>
                </a:moveTo>
                <a:cubicBezTo>
                  <a:pt x="-2" y="263"/>
                  <a:pt x="-2" y="279"/>
                  <a:pt x="8" y="290"/>
                </a:cubicBezTo>
                <a:cubicBezTo>
                  <a:pt x="19" y="300"/>
                  <a:pt x="35" y="300"/>
                  <a:pt x="46" y="290"/>
                </a:cubicBezTo>
                <a:lnTo>
                  <a:pt x="290" y="45"/>
                </a:lnTo>
                <a:cubicBezTo>
                  <a:pt x="300" y="35"/>
                  <a:pt x="300" y="18"/>
                  <a:pt x="290" y="8"/>
                </a:cubicBezTo>
                <a:cubicBezTo>
                  <a:pt x="280" y="-2"/>
                  <a:pt x="263" y="-2"/>
                  <a:pt x="252" y="8"/>
                </a:cubicBezTo>
                <a:lnTo>
                  <a:pt x="8" y="251"/>
                </a:ln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752400" y="5067000"/>
            <a:ext cx="248040" cy="190800"/>
          </a:xfrm>
          <a:custGeom>
            <a:avLst/>
            <a:gdLst/>
            <a:ahLst/>
            <a:rect l="0" t="0" r="r" b="b"/>
            <a:pathLst>
              <a:path w="689" h="530">
                <a:moveTo>
                  <a:pt x="345" y="0"/>
                </a:moveTo>
                <a:cubicBezTo>
                  <a:pt x="556" y="0"/>
                  <a:pt x="609" y="27"/>
                  <a:pt x="636" y="53"/>
                </a:cubicBezTo>
                <a:cubicBezTo>
                  <a:pt x="662" y="80"/>
                  <a:pt x="689" y="133"/>
                  <a:pt x="689" y="265"/>
                </a:cubicBezTo>
                <a:cubicBezTo>
                  <a:pt x="689" y="397"/>
                  <a:pt x="662" y="450"/>
                  <a:pt x="636" y="478"/>
                </a:cubicBezTo>
                <a:cubicBezTo>
                  <a:pt x="609" y="504"/>
                  <a:pt x="556" y="530"/>
                  <a:pt x="345" y="530"/>
                </a:cubicBezTo>
                <a:cubicBezTo>
                  <a:pt x="132" y="530"/>
                  <a:pt x="79" y="504"/>
                  <a:pt x="53" y="478"/>
                </a:cubicBezTo>
                <a:cubicBezTo>
                  <a:pt x="26" y="450"/>
                  <a:pt x="0" y="397"/>
                  <a:pt x="0" y="265"/>
                </a:cubicBezTo>
                <a:cubicBezTo>
                  <a:pt x="0" y="133"/>
                  <a:pt x="26" y="80"/>
                  <a:pt x="53" y="53"/>
                </a:cubicBezTo>
                <a:cubicBezTo>
                  <a:pt x="79" y="27"/>
                  <a:pt x="132" y="0"/>
                  <a:pt x="345" y="0"/>
                </a:cubicBez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990360" y="5248080"/>
            <a:ext cx="29160" cy="28800"/>
          </a:xfrm>
          <a:custGeom>
            <a:avLst/>
            <a:gdLst/>
            <a:ahLst/>
            <a:rect l="0" t="0" r="r" b="b"/>
            <a:pathLst>
              <a:path w="81" h="80">
                <a:moveTo>
                  <a:pt x="81" y="40"/>
                </a:moveTo>
                <a:cubicBezTo>
                  <a:pt x="81" y="45"/>
                  <a:pt x="80" y="50"/>
                  <a:pt x="78" y="55"/>
                </a:cubicBezTo>
                <a:cubicBezTo>
                  <a:pt x="76" y="60"/>
                  <a:pt x="73" y="64"/>
                  <a:pt x="69" y="68"/>
                </a:cubicBezTo>
                <a:cubicBezTo>
                  <a:pt x="65" y="72"/>
                  <a:pt x="61" y="74"/>
                  <a:pt x="56" y="76"/>
                </a:cubicBezTo>
                <a:cubicBezTo>
                  <a:pt x="50" y="79"/>
                  <a:pt x="45" y="80"/>
                  <a:pt x="40" y="80"/>
                </a:cubicBezTo>
                <a:cubicBezTo>
                  <a:pt x="35" y="80"/>
                  <a:pt x="30" y="79"/>
                  <a:pt x="25" y="76"/>
                </a:cubicBezTo>
                <a:cubicBezTo>
                  <a:pt x="20" y="74"/>
                  <a:pt x="16" y="72"/>
                  <a:pt x="12" y="68"/>
                </a:cubicBezTo>
                <a:cubicBezTo>
                  <a:pt x="8" y="64"/>
                  <a:pt x="5" y="60"/>
                  <a:pt x="3" y="55"/>
                </a:cubicBezTo>
                <a:cubicBezTo>
                  <a:pt x="1" y="50"/>
                  <a:pt x="0" y="45"/>
                  <a:pt x="0" y="40"/>
                </a:cubicBezTo>
                <a:cubicBezTo>
                  <a:pt x="0" y="34"/>
                  <a:pt x="1" y="29"/>
                  <a:pt x="3" y="25"/>
                </a:cubicBezTo>
                <a:cubicBezTo>
                  <a:pt x="5" y="20"/>
                  <a:pt x="8" y="15"/>
                  <a:pt x="12" y="12"/>
                </a:cubicBezTo>
                <a:cubicBezTo>
                  <a:pt x="16" y="8"/>
                  <a:pt x="20" y="5"/>
                  <a:pt x="25" y="3"/>
                </a:cubicBezTo>
                <a:cubicBezTo>
                  <a:pt x="30" y="1"/>
                  <a:pt x="35" y="0"/>
                  <a:pt x="40" y="0"/>
                </a:cubicBezTo>
                <a:cubicBezTo>
                  <a:pt x="45" y="0"/>
                  <a:pt x="50" y="1"/>
                  <a:pt x="56" y="3"/>
                </a:cubicBezTo>
                <a:cubicBezTo>
                  <a:pt x="61" y="5"/>
                  <a:pt x="65" y="8"/>
                  <a:pt x="69" y="12"/>
                </a:cubicBezTo>
                <a:cubicBezTo>
                  <a:pt x="73" y="15"/>
                  <a:pt x="76" y="20"/>
                  <a:pt x="78" y="25"/>
                </a:cubicBezTo>
                <a:cubicBezTo>
                  <a:pt x="80" y="29"/>
                  <a:pt x="81" y="34"/>
                  <a:pt x="81" y="40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733320" y="5248080"/>
            <a:ext cx="28800" cy="28800"/>
          </a:xfrm>
          <a:custGeom>
            <a:avLst/>
            <a:gdLst/>
            <a:ahLst/>
            <a:rect l="0" t="0" r="r" b="b"/>
            <a:pathLst>
              <a:path w="80" h="80">
                <a:moveTo>
                  <a:pt x="80" y="40"/>
                </a:moveTo>
                <a:cubicBezTo>
                  <a:pt x="80" y="45"/>
                  <a:pt x="79" y="50"/>
                  <a:pt x="77" y="55"/>
                </a:cubicBezTo>
                <a:cubicBezTo>
                  <a:pt x="75" y="60"/>
                  <a:pt x="72" y="64"/>
                  <a:pt x="69" y="68"/>
                </a:cubicBezTo>
                <a:cubicBezTo>
                  <a:pt x="65" y="72"/>
                  <a:pt x="61" y="74"/>
                  <a:pt x="55" y="76"/>
                </a:cubicBezTo>
                <a:cubicBezTo>
                  <a:pt x="50" y="79"/>
                  <a:pt x="45" y="80"/>
                  <a:pt x="39" y="80"/>
                </a:cubicBezTo>
                <a:cubicBezTo>
                  <a:pt x="34" y="80"/>
                  <a:pt x="29" y="79"/>
                  <a:pt x="24" y="76"/>
                </a:cubicBezTo>
                <a:cubicBezTo>
                  <a:pt x="19" y="74"/>
                  <a:pt x="15" y="72"/>
                  <a:pt x="11" y="68"/>
                </a:cubicBezTo>
                <a:cubicBezTo>
                  <a:pt x="8" y="64"/>
                  <a:pt x="5" y="60"/>
                  <a:pt x="3" y="55"/>
                </a:cubicBezTo>
                <a:cubicBezTo>
                  <a:pt x="1" y="50"/>
                  <a:pt x="0" y="45"/>
                  <a:pt x="0" y="40"/>
                </a:cubicBezTo>
                <a:cubicBezTo>
                  <a:pt x="0" y="34"/>
                  <a:pt x="1" y="29"/>
                  <a:pt x="3" y="25"/>
                </a:cubicBezTo>
                <a:cubicBezTo>
                  <a:pt x="5" y="20"/>
                  <a:pt x="8" y="15"/>
                  <a:pt x="11" y="12"/>
                </a:cubicBezTo>
                <a:cubicBezTo>
                  <a:pt x="15" y="8"/>
                  <a:pt x="19" y="5"/>
                  <a:pt x="24" y="3"/>
                </a:cubicBezTo>
                <a:cubicBezTo>
                  <a:pt x="29" y="1"/>
                  <a:pt x="34" y="0"/>
                  <a:pt x="39" y="0"/>
                </a:cubicBezTo>
                <a:cubicBezTo>
                  <a:pt x="45" y="0"/>
                  <a:pt x="50" y="1"/>
                  <a:pt x="55" y="3"/>
                </a:cubicBezTo>
                <a:cubicBezTo>
                  <a:pt x="61" y="5"/>
                  <a:pt x="65" y="8"/>
                  <a:pt x="69" y="12"/>
                </a:cubicBezTo>
                <a:cubicBezTo>
                  <a:pt x="72" y="15"/>
                  <a:pt x="75" y="20"/>
                  <a:pt x="77" y="25"/>
                </a:cubicBezTo>
                <a:cubicBezTo>
                  <a:pt x="79" y="29"/>
                  <a:pt x="80" y="34"/>
                  <a:pt x="80" y="40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1047600" y="4122000"/>
            <a:ext cx="728928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オンライン配信（</a:t>
            </a:r>
            <a:r>
              <a:rPr b="0" lang="en-US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YouTube HCCJP</a:t>
            </a:r>
            <a:r>
              <a:rPr b="0" lang="ja-JP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チャンネル）</a:t>
            </a:r>
            <a:endParaRPr b="0" lang="en-US" sz="25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666720" y="5752800"/>
            <a:ext cx="8255520" cy="29160"/>
          </a:xfrm>
          <a:custGeom>
            <a:avLst/>
            <a:gdLst/>
            <a:ahLst/>
            <a:rect l="0" t="0" r="r" b="b"/>
            <a:pathLst>
              <a:path w="22932" h="81">
                <a:moveTo>
                  <a:pt x="6760" y="81"/>
                </a:moveTo>
                <a:lnTo>
                  <a:pt x="1666" y="81"/>
                </a:lnTo>
                <a:lnTo>
                  <a:pt x="1666" y="0"/>
                </a:lnTo>
                <a:lnTo>
                  <a:pt x="6760" y="0"/>
                </a:lnTo>
                <a:lnTo>
                  <a:pt x="6760" y="81"/>
                </a:lnTo>
                <a:moveTo>
                  <a:pt x="7066" y="0"/>
                </a:moveTo>
                <a:lnTo>
                  <a:pt x="22932" y="0"/>
                </a:lnTo>
                <a:lnTo>
                  <a:pt x="22932" y="81"/>
                </a:lnTo>
                <a:lnTo>
                  <a:pt x="7066" y="81"/>
                </a:lnTo>
                <a:lnTo>
                  <a:pt x="7066" y="0"/>
                </a:lnTo>
                <a:moveTo>
                  <a:pt x="1393" y="81"/>
                </a:moveTo>
                <a:lnTo>
                  <a:pt x="0" y="81"/>
                </a:lnTo>
                <a:lnTo>
                  <a:pt x="0" y="0"/>
                </a:lnTo>
                <a:lnTo>
                  <a:pt x="1393" y="0"/>
                </a:lnTo>
                <a:lnTo>
                  <a:pt x="1393" y="81"/>
                </a:lnTo>
                <a:close/>
              </a:path>
            </a:pathLst>
          </a:custGeom>
          <a:solidFill>
            <a:srgbClr val="0288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1060920" y="4903920"/>
            <a:ext cx="480132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チャンネル登録お願いします︕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666720" y="6210000"/>
            <a:ext cx="3348360" cy="29160"/>
          </a:xfrm>
          <a:custGeom>
            <a:avLst/>
            <a:gdLst/>
            <a:ahLst/>
            <a:rect l="0" t="0" r="r" b="b"/>
            <a:pathLst>
              <a:path w="9301" h="81">
                <a:moveTo>
                  <a:pt x="6558" y="81"/>
                </a:moveTo>
                <a:lnTo>
                  <a:pt x="361" y="81"/>
                </a:lnTo>
                <a:lnTo>
                  <a:pt x="361" y="0"/>
                </a:lnTo>
                <a:lnTo>
                  <a:pt x="6558" y="0"/>
                </a:lnTo>
                <a:lnTo>
                  <a:pt x="6558" y="81"/>
                </a:lnTo>
                <a:moveTo>
                  <a:pt x="7130" y="0"/>
                </a:moveTo>
                <a:lnTo>
                  <a:pt x="9301" y="0"/>
                </a:lnTo>
                <a:lnTo>
                  <a:pt x="9301" y="81"/>
                </a:lnTo>
                <a:lnTo>
                  <a:pt x="7130" y="81"/>
                </a:lnTo>
                <a:lnTo>
                  <a:pt x="7130" y="0"/>
                </a:lnTo>
                <a:moveTo>
                  <a:pt x="55" y="81"/>
                </a:moveTo>
                <a:lnTo>
                  <a:pt x="0" y="81"/>
                </a:lnTo>
                <a:lnTo>
                  <a:pt x="0" y="0"/>
                </a:lnTo>
                <a:lnTo>
                  <a:pt x="55" y="0"/>
                </a:lnTo>
                <a:lnTo>
                  <a:pt x="55" y="81"/>
                </a:lnTo>
                <a:close/>
              </a:path>
            </a:pathLst>
          </a:custGeom>
          <a:solidFill>
            <a:srgbClr val="0288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666720" y="5370480"/>
            <a:ext cx="774036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700" strike="noStrike" u="none">
                <a:solidFill>
                  <a:srgbClr val="0288d1"/>
                </a:solidFill>
                <a:effectLst/>
                <a:uFillTx/>
                <a:latin typeface="Meiryo"/>
                <a:ea typeface="Meiryo"/>
              </a:rPr>
              <a:t>https://www.youtube.com/channel/UCrf4bEl7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666720" y="5827680"/>
            <a:ext cx="319176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700" strike="noStrike" u="none">
                <a:solidFill>
                  <a:srgbClr val="0288d1"/>
                </a:solidFill>
                <a:effectLst/>
                <a:uFillTx/>
                <a:latin typeface="Meiryo"/>
                <a:ea typeface="Meiryo"/>
              </a:rPr>
              <a:t>yJnkGYo3F67gA7w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11771640" y="6319440"/>
            <a:ext cx="27396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5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752400" y="1895400"/>
            <a:ext cx="114480" cy="114480"/>
          </a:xfrm>
          <a:custGeom>
            <a:avLst/>
            <a:gdLst/>
            <a:ahLst/>
            <a:rect l="0" t="0" r="r" b="b"/>
            <a:pathLst>
              <a:path w="318" h="318">
                <a:moveTo>
                  <a:pt x="318" y="158"/>
                </a:moveTo>
                <a:cubicBezTo>
                  <a:pt x="318" y="169"/>
                  <a:pt x="317" y="179"/>
                  <a:pt x="315" y="189"/>
                </a:cubicBezTo>
                <a:cubicBezTo>
                  <a:pt x="313" y="200"/>
                  <a:pt x="310" y="210"/>
                  <a:pt x="306" y="219"/>
                </a:cubicBezTo>
                <a:cubicBezTo>
                  <a:pt x="302" y="229"/>
                  <a:pt x="297" y="238"/>
                  <a:pt x="291" y="247"/>
                </a:cubicBezTo>
                <a:cubicBezTo>
                  <a:pt x="285" y="255"/>
                  <a:pt x="278" y="263"/>
                  <a:pt x="271" y="271"/>
                </a:cubicBezTo>
                <a:cubicBezTo>
                  <a:pt x="263" y="278"/>
                  <a:pt x="255" y="286"/>
                  <a:pt x="247" y="291"/>
                </a:cubicBezTo>
                <a:cubicBezTo>
                  <a:pt x="238" y="297"/>
                  <a:pt x="229" y="302"/>
                  <a:pt x="219" y="306"/>
                </a:cubicBezTo>
                <a:cubicBezTo>
                  <a:pt x="210" y="310"/>
                  <a:pt x="200" y="313"/>
                  <a:pt x="189" y="315"/>
                </a:cubicBezTo>
                <a:cubicBezTo>
                  <a:pt x="179" y="317"/>
                  <a:pt x="169" y="318"/>
                  <a:pt x="158" y="318"/>
                </a:cubicBezTo>
                <a:cubicBezTo>
                  <a:pt x="148" y="318"/>
                  <a:pt x="138" y="317"/>
                  <a:pt x="127" y="315"/>
                </a:cubicBezTo>
                <a:cubicBezTo>
                  <a:pt x="117" y="313"/>
                  <a:pt x="107" y="310"/>
                  <a:pt x="98" y="306"/>
                </a:cubicBezTo>
                <a:cubicBezTo>
                  <a:pt x="88" y="302"/>
                  <a:pt x="79" y="297"/>
                  <a:pt x="70" y="291"/>
                </a:cubicBezTo>
                <a:cubicBezTo>
                  <a:pt x="62" y="286"/>
                  <a:pt x="54" y="278"/>
                  <a:pt x="46" y="271"/>
                </a:cubicBezTo>
                <a:cubicBezTo>
                  <a:pt x="39" y="263"/>
                  <a:pt x="32" y="255"/>
                  <a:pt x="26" y="247"/>
                </a:cubicBezTo>
                <a:cubicBezTo>
                  <a:pt x="21" y="238"/>
                  <a:pt x="16" y="229"/>
                  <a:pt x="12" y="219"/>
                </a:cubicBezTo>
                <a:cubicBezTo>
                  <a:pt x="8" y="210"/>
                  <a:pt x="5" y="200"/>
                  <a:pt x="3" y="189"/>
                </a:cubicBezTo>
                <a:cubicBezTo>
                  <a:pt x="1" y="179"/>
                  <a:pt x="0" y="169"/>
                  <a:pt x="0" y="158"/>
                </a:cubicBez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cubicBezTo>
                  <a:pt x="169" y="0"/>
                  <a:pt x="179" y="1"/>
                  <a:pt x="189" y="3"/>
                </a:cubicBezTo>
                <a:cubicBezTo>
                  <a:pt x="200" y="5"/>
                  <a:pt x="210" y="8"/>
                  <a:pt x="219" y="12"/>
                </a:cubicBezTo>
                <a:cubicBezTo>
                  <a:pt x="229" y="16"/>
                  <a:pt x="238" y="21"/>
                  <a:pt x="247" y="26"/>
                </a:cubicBezTo>
                <a:cubicBezTo>
                  <a:pt x="255" y="32"/>
                  <a:pt x="263" y="39"/>
                  <a:pt x="271" y="46"/>
                </a:cubicBezTo>
                <a:cubicBezTo>
                  <a:pt x="278" y="54"/>
                  <a:pt x="285" y="62"/>
                  <a:pt x="291" y="70"/>
                </a:cubicBezTo>
                <a:cubicBezTo>
                  <a:pt x="297" y="79"/>
                  <a:pt x="302" y="88"/>
                  <a:pt x="306" y="98"/>
                </a:cubicBezTo>
                <a:cubicBezTo>
                  <a:pt x="310" y="107"/>
                  <a:pt x="313" y="117"/>
                  <a:pt x="315" y="127"/>
                </a:cubicBezTo>
                <a:cubicBezTo>
                  <a:pt x="317" y="138"/>
                  <a:pt x="318" y="148"/>
                  <a:pt x="318" y="158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1076040" y="1870560"/>
            <a:ext cx="278280" cy="216000"/>
          </a:xfrm>
          <a:custGeom>
            <a:avLst/>
            <a:gdLst/>
            <a:ahLst/>
            <a:rect l="0" t="0" r="r" b="b"/>
            <a:pathLst>
              <a:path w="773" h="600">
                <a:moveTo>
                  <a:pt x="747" y="175"/>
                </a:moveTo>
                <a:lnTo>
                  <a:pt x="412" y="175"/>
                </a:lnTo>
                <a:cubicBezTo>
                  <a:pt x="318" y="175"/>
                  <a:pt x="283" y="100"/>
                  <a:pt x="283" y="50"/>
                </a:cubicBezTo>
                <a:lnTo>
                  <a:pt x="283" y="0"/>
                </a:lnTo>
                <a:lnTo>
                  <a:pt x="180" y="0"/>
                </a:lnTo>
                <a:cubicBezTo>
                  <a:pt x="103" y="0"/>
                  <a:pt x="103" y="75"/>
                  <a:pt x="103" y="75"/>
                </a:cubicBezTo>
                <a:cubicBezTo>
                  <a:pt x="103" y="75"/>
                  <a:pt x="52" y="50"/>
                  <a:pt x="26" y="50"/>
                </a:cubicBezTo>
                <a:cubicBezTo>
                  <a:pt x="0" y="50"/>
                  <a:pt x="0" y="75"/>
                  <a:pt x="0" y="75"/>
                </a:cubicBezTo>
                <a:lnTo>
                  <a:pt x="0" y="324"/>
                </a:lnTo>
                <a:cubicBezTo>
                  <a:pt x="0" y="324"/>
                  <a:pt x="0" y="349"/>
                  <a:pt x="26" y="349"/>
                </a:cubicBezTo>
                <a:cubicBezTo>
                  <a:pt x="52" y="349"/>
                  <a:pt x="103" y="324"/>
                  <a:pt x="103" y="324"/>
                </a:cubicBezTo>
                <a:lnTo>
                  <a:pt x="103" y="500"/>
                </a:lnTo>
                <a:cubicBezTo>
                  <a:pt x="103" y="600"/>
                  <a:pt x="206" y="600"/>
                  <a:pt x="206" y="600"/>
                </a:cubicBezTo>
                <a:lnTo>
                  <a:pt x="670" y="600"/>
                </a:lnTo>
                <a:cubicBezTo>
                  <a:pt x="773" y="600"/>
                  <a:pt x="773" y="500"/>
                  <a:pt x="773" y="500"/>
                </a:cubicBezTo>
                <a:lnTo>
                  <a:pt x="773" y="172"/>
                </a:lnTo>
                <a:cubicBezTo>
                  <a:pt x="764" y="174"/>
                  <a:pt x="755" y="175"/>
                  <a:pt x="747" y="175"/>
                </a:cubicBez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1159560" y="1825560"/>
            <a:ext cx="250200" cy="261000"/>
          </a:xfrm>
          <a:custGeom>
            <a:avLst/>
            <a:gdLst/>
            <a:ahLst/>
            <a:rect l="0" t="0" r="r" b="b"/>
            <a:pathLst>
              <a:path w="695" h="725">
                <a:moveTo>
                  <a:pt x="670" y="0"/>
                </a:moveTo>
                <a:cubicBezTo>
                  <a:pt x="655" y="0"/>
                  <a:pt x="617" y="23"/>
                  <a:pt x="585" y="44"/>
                </a:cubicBezTo>
                <a:cubicBezTo>
                  <a:pt x="576" y="23"/>
                  <a:pt x="557" y="0"/>
                  <a:pt x="514" y="0"/>
                </a:cubicBezTo>
                <a:lnTo>
                  <a:pt x="231" y="0"/>
                </a:lnTo>
                <a:cubicBezTo>
                  <a:pt x="231" y="0"/>
                  <a:pt x="103" y="0"/>
                  <a:pt x="103" y="125"/>
                </a:cubicBezTo>
                <a:lnTo>
                  <a:pt x="103" y="175"/>
                </a:lnTo>
                <a:cubicBezTo>
                  <a:pt x="103" y="175"/>
                  <a:pt x="103" y="250"/>
                  <a:pt x="180" y="250"/>
                </a:cubicBezTo>
                <a:lnTo>
                  <a:pt x="514" y="250"/>
                </a:lnTo>
                <a:cubicBezTo>
                  <a:pt x="514" y="250"/>
                  <a:pt x="568" y="249"/>
                  <a:pt x="586" y="206"/>
                </a:cubicBezTo>
                <a:cubicBezTo>
                  <a:pt x="618" y="227"/>
                  <a:pt x="655" y="250"/>
                  <a:pt x="670" y="250"/>
                </a:cubicBezTo>
                <a:cubicBezTo>
                  <a:pt x="695" y="250"/>
                  <a:pt x="695" y="225"/>
                  <a:pt x="695" y="225"/>
                </a:cubicBezTo>
                <a:lnTo>
                  <a:pt x="695" y="25"/>
                </a:lnTo>
                <a:cubicBezTo>
                  <a:pt x="695" y="25"/>
                  <a:pt x="695" y="0"/>
                  <a:pt x="670" y="0"/>
                </a:cubicBezTo>
                <a:moveTo>
                  <a:pt x="0" y="725"/>
                </a:moveTo>
                <a:lnTo>
                  <a:pt x="0" y="500"/>
                </a:lnTo>
                <a:cubicBezTo>
                  <a:pt x="0" y="500"/>
                  <a:pt x="0" y="425"/>
                  <a:pt x="71" y="425"/>
                </a:cubicBezTo>
                <a:lnTo>
                  <a:pt x="334" y="425"/>
                </a:lnTo>
                <a:cubicBezTo>
                  <a:pt x="334" y="425"/>
                  <a:pt x="411" y="425"/>
                  <a:pt x="411" y="500"/>
                </a:cubicBezTo>
                <a:lnTo>
                  <a:pt x="411" y="725"/>
                </a:lnTo>
                <a:lnTo>
                  <a:pt x="360" y="725"/>
                </a:lnTo>
                <a:lnTo>
                  <a:pt x="360" y="500"/>
                </a:lnTo>
                <a:cubicBezTo>
                  <a:pt x="360" y="500"/>
                  <a:pt x="360" y="475"/>
                  <a:pt x="334" y="475"/>
                </a:cubicBezTo>
                <a:lnTo>
                  <a:pt x="77" y="475"/>
                </a:lnTo>
                <a:cubicBezTo>
                  <a:pt x="77" y="475"/>
                  <a:pt x="51" y="475"/>
                  <a:pt x="51" y="500"/>
                </a:cubicBezTo>
                <a:lnTo>
                  <a:pt x="51" y="725"/>
                </a:lnTo>
                <a:lnTo>
                  <a:pt x="0" y="725"/>
                </a:ln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666720" y="618480"/>
            <a:ext cx="384120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本⽇の注意事項</a:t>
            </a:r>
            <a:endParaRPr b="0" lang="en-US" sz="4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752400" y="2428560"/>
            <a:ext cx="114480" cy="114840"/>
          </a:xfrm>
          <a:custGeom>
            <a:avLst/>
            <a:gdLst/>
            <a:ahLst/>
            <a:rect l="0" t="0" r="r" b="b"/>
            <a:pathLst>
              <a:path w="318" h="319">
                <a:moveTo>
                  <a:pt x="318" y="160"/>
                </a:moveTo>
                <a:cubicBezTo>
                  <a:pt x="318" y="171"/>
                  <a:pt x="317" y="181"/>
                  <a:pt x="315" y="191"/>
                </a:cubicBezTo>
                <a:cubicBezTo>
                  <a:pt x="313" y="201"/>
                  <a:pt x="310" y="211"/>
                  <a:pt x="306" y="221"/>
                </a:cubicBezTo>
                <a:cubicBezTo>
                  <a:pt x="302" y="231"/>
                  <a:pt x="297" y="240"/>
                  <a:pt x="291" y="248"/>
                </a:cubicBezTo>
                <a:cubicBezTo>
                  <a:pt x="285" y="257"/>
                  <a:pt x="278" y="265"/>
                  <a:pt x="271" y="272"/>
                </a:cubicBezTo>
                <a:cubicBezTo>
                  <a:pt x="263" y="280"/>
                  <a:pt x="255" y="286"/>
                  <a:pt x="247" y="292"/>
                </a:cubicBezTo>
                <a:cubicBezTo>
                  <a:pt x="238" y="298"/>
                  <a:pt x="229" y="303"/>
                  <a:pt x="219" y="307"/>
                </a:cubicBezTo>
                <a:cubicBezTo>
                  <a:pt x="210" y="311"/>
                  <a:pt x="200" y="314"/>
                  <a:pt x="189" y="316"/>
                </a:cubicBezTo>
                <a:cubicBezTo>
                  <a:pt x="179" y="318"/>
                  <a:pt x="169" y="319"/>
                  <a:pt x="158" y="319"/>
                </a:cubicBezTo>
                <a:cubicBezTo>
                  <a:pt x="148" y="319"/>
                  <a:pt x="138" y="318"/>
                  <a:pt x="127" y="316"/>
                </a:cubicBezTo>
                <a:cubicBezTo>
                  <a:pt x="117" y="314"/>
                  <a:pt x="107" y="311"/>
                  <a:pt x="98" y="307"/>
                </a:cubicBezTo>
                <a:cubicBezTo>
                  <a:pt x="88" y="303"/>
                  <a:pt x="79" y="298"/>
                  <a:pt x="70" y="292"/>
                </a:cubicBezTo>
                <a:cubicBezTo>
                  <a:pt x="62" y="286"/>
                  <a:pt x="54" y="280"/>
                  <a:pt x="46" y="272"/>
                </a:cubicBezTo>
                <a:cubicBezTo>
                  <a:pt x="39" y="265"/>
                  <a:pt x="32" y="257"/>
                  <a:pt x="26" y="248"/>
                </a:cubicBezTo>
                <a:cubicBezTo>
                  <a:pt x="21" y="240"/>
                  <a:pt x="16" y="231"/>
                  <a:pt x="12" y="221"/>
                </a:cubicBezTo>
                <a:cubicBezTo>
                  <a:pt x="8" y="211"/>
                  <a:pt x="5" y="201"/>
                  <a:pt x="3" y="191"/>
                </a:cubicBezTo>
                <a:cubicBezTo>
                  <a:pt x="1" y="181"/>
                  <a:pt x="0" y="171"/>
                  <a:pt x="0" y="160"/>
                </a:cubicBez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1"/>
                  <a:pt x="26" y="72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cubicBezTo>
                  <a:pt x="169" y="0"/>
                  <a:pt x="179" y="1"/>
                  <a:pt x="189" y="3"/>
                </a:cubicBezTo>
                <a:cubicBezTo>
                  <a:pt x="200" y="5"/>
                  <a:pt x="210" y="8"/>
                  <a:pt x="219" y="12"/>
                </a:cubicBezTo>
                <a:cubicBezTo>
                  <a:pt x="229" y="16"/>
                  <a:pt x="238" y="21"/>
                  <a:pt x="247" y="27"/>
                </a:cubicBezTo>
                <a:cubicBezTo>
                  <a:pt x="255" y="33"/>
                  <a:pt x="263" y="40"/>
                  <a:pt x="271" y="47"/>
                </a:cubicBezTo>
                <a:cubicBezTo>
                  <a:pt x="278" y="54"/>
                  <a:pt x="285" y="62"/>
                  <a:pt x="291" y="72"/>
                </a:cubicBezTo>
                <a:cubicBezTo>
                  <a:pt x="297" y="81"/>
                  <a:pt x="302" y="90"/>
                  <a:pt x="306" y="99"/>
                </a:cubicBezTo>
                <a:cubicBezTo>
                  <a:pt x="310" y="109"/>
                  <a:pt x="313" y="119"/>
                  <a:pt x="315" y="129"/>
                </a:cubicBezTo>
                <a:cubicBezTo>
                  <a:pt x="317" y="139"/>
                  <a:pt x="318" y="150"/>
                  <a:pt x="318" y="16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1076040" y="2314080"/>
            <a:ext cx="333720" cy="315360"/>
          </a:xfrm>
          <a:custGeom>
            <a:avLst/>
            <a:gdLst/>
            <a:ahLst/>
            <a:rect l="0" t="0" r="r" b="b"/>
            <a:pathLst>
              <a:path w="927" h="876">
                <a:moveTo>
                  <a:pt x="464" y="0"/>
                </a:moveTo>
                <a:cubicBezTo>
                  <a:pt x="208" y="0"/>
                  <a:pt x="0" y="162"/>
                  <a:pt x="0" y="361"/>
                </a:cubicBezTo>
                <a:cubicBezTo>
                  <a:pt x="0" y="474"/>
                  <a:pt x="67" y="574"/>
                  <a:pt x="170" y="640"/>
                </a:cubicBezTo>
                <a:cubicBezTo>
                  <a:pt x="157" y="699"/>
                  <a:pt x="125" y="787"/>
                  <a:pt x="52" y="876"/>
                </a:cubicBezTo>
                <a:cubicBezTo>
                  <a:pt x="200" y="851"/>
                  <a:pt x="296" y="779"/>
                  <a:pt x="354" y="711"/>
                </a:cubicBezTo>
                <a:cubicBezTo>
                  <a:pt x="390" y="717"/>
                  <a:pt x="426" y="721"/>
                  <a:pt x="464" y="721"/>
                </a:cubicBezTo>
                <a:cubicBezTo>
                  <a:pt x="720" y="721"/>
                  <a:pt x="927" y="560"/>
                  <a:pt x="927" y="361"/>
                </a:cubicBezTo>
                <a:cubicBezTo>
                  <a:pt x="927" y="162"/>
                  <a:pt x="720" y="0"/>
                  <a:pt x="464" y="0"/>
                </a:cubicBezTo>
                <a:close/>
              </a:path>
            </a:pathLst>
          </a:custGeom>
          <a:solidFill>
            <a:srgbClr val="bddd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1224360" y="2425320"/>
            <a:ext cx="37440" cy="37440"/>
          </a:xfrm>
          <a:custGeom>
            <a:avLst/>
            <a:gdLst/>
            <a:ahLst/>
            <a:rect l="0" t="0" r="r" b="b"/>
            <a:pathLst>
              <a:path w="104" h="104">
                <a:moveTo>
                  <a:pt x="104" y="52"/>
                </a:moveTo>
                <a:cubicBezTo>
                  <a:pt x="104" y="59"/>
                  <a:pt x="102" y="66"/>
                  <a:pt x="100" y="72"/>
                </a:cubicBezTo>
                <a:cubicBezTo>
                  <a:pt x="97" y="78"/>
                  <a:pt x="94" y="84"/>
                  <a:pt x="89" y="89"/>
                </a:cubicBezTo>
                <a:cubicBezTo>
                  <a:pt x="84" y="93"/>
                  <a:pt x="78" y="97"/>
                  <a:pt x="72" y="100"/>
                </a:cubicBezTo>
                <a:cubicBezTo>
                  <a:pt x="66" y="102"/>
                  <a:pt x="59" y="104"/>
                  <a:pt x="52" y="104"/>
                </a:cubicBezTo>
                <a:cubicBezTo>
                  <a:pt x="45" y="104"/>
                  <a:pt x="39" y="102"/>
                  <a:pt x="33" y="100"/>
                </a:cubicBezTo>
                <a:cubicBezTo>
                  <a:pt x="26" y="97"/>
                  <a:pt x="21" y="93"/>
                  <a:pt x="15" y="89"/>
                </a:cubicBezTo>
                <a:cubicBezTo>
                  <a:pt x="10" y="84"/>
                  <a:pt x="6" y="78"/>
                  <a:pt x="4" y="72"/>
                </a:cubicBezTo>
                <a:cubicBezTo>
                  <a:pt x="1" y="66"/>
                  <a:pt x="0" y="59"/>
                  <a:pt x="0" y="52"/>
                </a:cubicBezTo>
                <a:cubicBezTo>
                  <a:pt x="0" y="44"/>
                  <a:pt x="1" y="38"/>
                  <a:pt x="4" y="32"/>
                </a:cubicBezTo>
                <a:cubicBezTo>
                  <a:pt x="6" y="25"/>
                  <a:pt x="10" y="20"/>
                  <a:pt x="15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5" y="0"/>
                  <a:pt x="52" y="0"/>
                </a:cubicBezTo>
                <a:cubicBezTo>
                  <a:pt x="59" y="0"/>
                  <a:pt x="66" y="1"/>
                  <a:pt x="72" y="4"/>
                </a:cubicBezTo>
                <a:cubicBezTo>
                  <a:pt x="78" y="6"/>
                  <a:pt x="84" y="10"/>
                  <a:pt x="89" y="15"/>
                </a:cubicBezTo>
                <a:cubicBezTo>
                  <a:pt x="94" y="20"/>
                  <a:pt x="97" y="25"/>
                  <a:pt x="100" y="32"/>
                </a:cubicBezTo>
                <a:cubicBezTo>
                  <a:pt x="102" y="38"/>
                  <a:pt x="104" y="44"/>
                  <a:pt x="104" y="52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1298520" y="2425320"/>
            <a:ext cx="37440" cy="37440"/>
          </a:xfrm>
          <a:custGeom>
            <a:avLst/>
            <a:gdLst/>
            <a:ahLst/>
            <a:rect l="0" t="0" r="r" b="b"/>
            <a:pathLst>
              <a:path w="104" h="104">
                <a:moveTo>
                  <a:pt x="104" y="52"/>
                </a:moveTo>
                <a:cubicBezTo>
                  <a:pt x="104" y="59"/>
                  <a:pt x="102" y="66"/>
                  <a:pt x="100" y="72"/>
                </a:cubicBezTo>
                <a:cubicBezTo>
                  <a:pt x="97" y="78"/>
                  <a:pt x="93" y="84"/>
                  <a:pt x="88" y="89"/>
                </a:cubicBezTo>
                <a:cubicBezTo>
                  <a:pt x="84" y="93"/>
                  <a:pt x="78" y="97"/>
                  <a:pt x="72" y="100"/>
                </a:cubicBezTo>
                <a:cubicBezTo>
                  <a:pt x="65" y="102"/>
                  <a:pt x="59" y="104"/>
                  <a:pt x="52" y="104"/>
                </a:cubicBezTo>
                <a:cubicBezTo>
                  <a:pt x="45" y="104"/>
                  <a:pt x="39" y="102"/>
                  <a:pt x="32" y="100"/>
                </a:cubicBezTo>
                <a:cubicBezTo>
                  <a:pt x="26" y="97"/>
                  <a:pt x="21" y="93"/>
                  <a:pt x="16" y="89"/>
                </a:cubicBezTo>
                <a:cubicBezTo>
                  <a:pt x="10" y="84"/>
                  <a:pt x="6" y="78"/>
                  <a:pt x="4" y="72"/>
                </a:cubicBezTo>
                <a:cubicBezTo>
                  <a:pt x="1" y="66"/>
                  <a:pt x="0" y="59"/>
                  <a:pt x="0" y="52"/>
                </a:cubicBezTo>
                <a:cubicBezTo>
                  <a:pt x="0" y="44"/>
                  <a:pt x="1" y="38"/>
                  <a:pt x="4" y="32"/>
                </a:cubicBezTo>
                <a:cubicBezTo>
                  <a:pt x="6" y="25"/>
                  <a:pt x="10" y="20"/>
                  <a:pt x="16" y="15"/>
                </a:cubicBezTo>
                <a:cubicBezTo>
                  <a:pt x="21" y="10"/>
                  <a:pt x="26" y="6"/>
                  <a:pt x="32" y="4"/>
                </a:cubicBezTo>
                <a:cubicBezTo>
                  <a:pt x="39" y="1"/>
                  <a:pt x="45" y="0"/>
                  <a:pt x="52" y="0"/>
                </a:cubicBezTo>
                <a:cubicBezTo>
                  <a:pt x="59" y="0"/>
                  <a:pt x="65" y="1"/>
                  <a:pt x="72" y="4"/>
                </a:cubicBezTo>
                <a:cubicBezTo>
                  <a:pt x="78" y="6"/>
                  <a:pt x="84" y="10"/>
                  <a:pt x="88" y="15"/>
                </a:cubicBezTo>
                <a:cubicBezTo>
                  <a:pt x="93" y="20"/>
                  <a:pt x="97" y="25"/>
                  <a:pt x="100" y="32"/>
                </a:cubicBezTo>
                <a:cubicBezTo>
                  <a:pt x="102" y="38"/>
                  <a:pt x="104" y="44"/>
                  <a:pt x="104" y="52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1150200" y="2425320"/>
            <a:ext cx="37440" cy="37440"/>
          </a:xfrm>
          <a:custGeom>
            <a:avLst/>
            <a:gdLst/>
            <a:ahLst/>
            <a:rect l="0" t="0" r="r" b="b"/>
            <a:pathLst>
              <a:path w="104" h="104">
                <a:moveTo>
                  <a:pt x="104" y="52"/>
                </a:moveTo>
                <a:cubicBezTo>
                  <a:pt x="104" y="59"/>
                  <a:pt x="103" y="66"/>
                  <a:pt x="100" y="72"/>
                </a:cubicBezTo>
                <a:cubicBezTo>
                  <a:pt x="97" y="78"/>
                  <a:pt x="94" y="84"/>
                  <a:pt x="89" y="89"/>
                </a:cubicBezTo>
                <a:cubicBezTo>
                  <a:pt x="84" y="93"/>
                  <a:pt x="79" y="97"/>
                  <a:pt x="72" y="100"/>
                </a:cubicBezTo>
                <a:cubicBezTo>
                  <a:pt x="66" y="102"/>
                  <a:pt x="59" y="104"/>
                  <a:pt x="53" y="104"/>
                </a:cubicBezTo>
                <a:cubicBezTo>
                  <a:pt x="46" y="104"/>
                  <a:pt x="39" y="102"/>
                  <a:pt x="33" y="100"/>
                </a:cubicBezTo>
                <a:cubicBezTo>
                  <a:pt x="27" y="97"/>
                  <a:pt x="21" y="93"/>
                  <a:pt x="15" y="89"/>
                </a:cubicBezTo>
                <a:cubicBezTo>
                  <a:pt x="10" y="84"/>
                  <a:pt x="7" y="78"/>
                  <a:pt x="4" y="72"/>
                </a:cubicBezTo>
                <a:cubicBezTo>
                  <a:pt x="1" y="66"/>
                  <a:pt x="0" y="59"/>
                  <a:pt x="0" y="52"/>
                </a:cubicBezTo>
                <a:cubicBezTo>
                  <a:pt x="0" y="44"/>
                  <a:pt x="1" y="38"/>
                  <a:pt x="4" y="32"/>
                </a:cubicBezTo>
                <a:cubicBezTo>
                  <a:pt x="7" y="25"/>
                  <a:pt x="10" y="20"/>
                  <a:pt x="15" y="15"/>
                </a:cubicBezTo>
                <a:cubicBezTo>
                  <a:pt x="21" y="10"/>
                  <a:pt x="27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cubicBezTo>
                  <a:pt x="59" y="0"/>
                  <a:pt x="66" y="1"/>
                  <a:pt x="72" y="4"/>
                </a:cubicBezTo>
                <a:cubicBezTo>
                  <a:pt x="79" y="6"/>
                  <a:pt x="84" y="10"/>
                  <a:pt x="89" y="15"/>
                </a:cubicBezTo>
                <a:cubicBezTo>
                  <a:pt x="94" y="20"/>
                  <a:pt x="97" y="25"/>
                  <a:pt x="100" y="32"/>
                </a:cubicBezTo>
                <a:cubicBezTo>
                  <a:pt x="103" y="38"/>
                  <a:pt x="104" y="44"/>
                  <a:pt x="104" y="52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1422000" y="1721520"/>
            <a:ext cx="69602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配信は録画されています（アーカイブ視聴可）</a:t>
            </a:r>
            <a:endParaRPr b="0" lang="en-US" sz="25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752400" y="2971440"/>
            <a:ext cx="114480" cy="114840"/>
          </a:xfrm>
          <a:custGeom>
            <a:avLst/>
            <a:gdLst/>
            <a:ahLst/>
            <a:rect l="0" t="0" r="r" b="b"/>
            <a:pathLst>
              <a:path w="318" h="319">
                <a:moveTo>
                  <a:pt x="318" y="160"/>
                </a:moveTo>
                <a:cubicBezTo>
                  <a:pt x="318" y="171"/>
                  <a:pt x="317" y="181"/>
                  <a:pt x="315" y="191"/>
                </a:cubicBezTo>
                <a:cubicBezTo>
                  <a:pt x="313" y="201"/>
                  <a:pt x="310" y="211"/>
                  <a:pt x="306" y="221"/>
                </a:cubicBezTo>
                <a:cubicBezTo>
                  <a:pt x="302" y="231"/>
                  <a:pt x="297" y="240"/>
                  <a:pt x="291" y="248"/>
                </a:cubicBezTo>
                <a:cubicBezTo>
                  <a:pt x="285" y="257"/>
                  <a:pt x="278" y="265"/>
                  <a:pt x="271" y="273"/>
                </a:cubicBezTo>
                <a:cubicBezTo>
                  <a:pt x="263" y="280"/>
                  <a:pt x="255" y="286"/>
                  <a:pt x="247" y="292"/>
                </a:cubicBezTo>
                <a:cubicBezTo>
                  <a:pt x="238" y="298"/>
                  <a:pt x="229" y="303"/>
                  <a:pt x="219" y="307"/>
                </a:cubicBezTo>
                <a:cubicBezTo>
                  <a:pt x="210" y="311"/>
                  <a:pt x="200" y="314"/>
                  <a:pt x="189" y="316"/>
                </a:cubicBezTo>
                <a:cubicBezTo>
                  <a:pt x="179" y="318"/>
                  <a:pt x="169" y="319"/>
                  <a:pt x="158" y="319"/>
                </a:cubicBezTo>
                <a:cubicBezTo>
                  <a:pt x="148" y="319"/>
                  <a:pt x="138" y="318"/>
                  <a:pt x="127" y="316"/>
                </a:cubicBezTo>
                <a:cubicBezTo>
                  <a:pt x="117" y="314"/>
                  <a:pt x="107" y="311"/>
                  <a:pt x="98" y="307"/>
                </a:cubicBezTo>
                <a:cubicBezTo>
                  <a:pt x="88" y="303"/>
                  <a:pt x="79" y="298"/>
                  <a:pt x="70" y="292"/>
                </a:cubicBezTo>
                <a:cubicBezTo>
                  <a:pt x="62" y="286"/>
                  <a:pt x="54" y="280"/>
                  <a:pt x="46" y="273"/>
                </a:cubicBezTo>
                <a:cubicBezTo>
                  <a:pt x="39" y="265"/>
                  <a:pt x="32" y="257"/>
                  <a:pt x="26" y="248"/>
                </a:cubicBezTo>
                <a:cubicBezTo>
                  <a:pt x="21" y="240"/>
                  <a:pt x="16" y="231"/>
                  <a:pt x="12" y="221"/>
                </a:cubicBezTo>
                <a:cubicBezTo>
                  <a:pt x="8" y="211"/>
                  <a:pt x="5" y="201"/>
                  <a:pt x="3" y="191"/>
                </a:cubicBezTo>
                <a:cubicBezTo>
                  <a:pt x="1" y="181"/>
                  <a:pt x="0" y="171"/>
                  <a:pt x="0" y="160"/>
                </a:cubicBezTo>
                <a:cubicBezTo>
                  <a:pt x="0" y="150"/>
                  <a:pt x="1" y="139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7" y="9"/>
                  <a:pt x="117" y="6"/>
                  <a:pt x="127" y="4"/>
                </a:cubicBezTo>
                <a:cubicBezTo>
                  <a:pt x="138" y="2"/>
                  <a:pt x="148" y="0"/>
                  <a:pt x="158" y="0"/>
                </a:cubicBezTo>
                <a:cubicBezTo>
                  <a:pt x="169" y="0"/>
                  <a:pt x="179" y="2"/>
                  <a:pt x="189" y="4"/>
                </a:cubicBezTo>
                <a:cubicBezTo>
                  <a:pt x="200" y="6"/>
                  <a:pt x="210" y="9"/>
                  <a:pt x="219" y="13"/>
                </a:cubicBezTo>
                <a:cubicBezTo>
                  <a:pt x="229" y="17"/>
                  <a:pt x="238" y="21"/>
                  <a:pt x="247" y="27"/>
                </a:cubicBezTo>
                <a:cubicBezTo>
                  <a:pt x="255" y="33"/>
                  <a:pt x="263" y="40"/>
                  <a:pt x="271" y="47"/>
                </a:cubicBezTo>
                <a:cubicBezTo>
                  <a:pt x="278" y="54"/>
                  <a:pt x="285" y="62"/>
                  <a:pt x="291" y="71"/>
                </a:cubicBezTo>
                <a:cubicBezTo>
                  <a:pt x="297" y="80"/>
                  <a:pt x="302" y="89"/>
                  <a:pt x="306" y="98"/>
                </a:cubicBezTo>
                <a:cubicBezTo>
                  <a:pt x="310" y="108"/>
                  <a:pt x="313" y="118"/>
                  <a:pt x="315" y="128"/>
                </a:cubicBezTo>
                <a:cubicBezTo>
                  <a:pt x="317" y="139"/>
                  <a:pt x="318" y="150"/>
                  <a:pt x="318" y="16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1085400" y="2847960"/>
            <a:ext cx="278280" cy="324000"/>
          </a:xfrm>
          <a:custGeom>
            <a:avLst/>
            <a:gdLst/>
            <a:ahLst/>
            <a:rect l="0" t="0" r="r" b="b"/>
            <a:pathLst>
              <a:path w="773" h="900">
                <a:moveTo>
                  <a:pt x="773" y="800"/>
                </a:moveTo>
                <a:cubicBezTo>
                  <a:pt x="773" y="855"/>
                  <a:pt x="727" y="900"/>
                  <a:pt x="670" y="900"/>
                </a:cubicBezTo>
                <a:lnTo>
                  <a:pt x="103" y="900"/>
                </a:lnTo>
                <a:cubicBezTo>
                  <a:pt x="46" y="900"/>
                  <a:pt x="0" y="855"/>
                  <a:pt x="0" y="800"/>
                </a:cubicBezTo>
                <a:lnTo>
                  <a:pt x="0" y="99"/>
                </a:lnTo>
                <a:cubicBezTo>
                  <a:pt x="0" y="44"/>
                  <a:pt x="46" y="0"/>
                  <a:pt x="103" y="0"/>
                </a:cubicBezTo>
                <a:lnTo>
                  <a:pt x="670" y="0"/>
                </a:lnTo>
                <a:cubicBezTo>
                  <a:pt x="727" y="0"/>
                  <a:pt x="773" y="44"/>
                  <a:pt x="773" y="99"/>
                </a:cubicBezTo>
                <a:lnTo>
                  <a:pt x="773" y="800"/>
                </a:ln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1122480" y="2910600"/>
            <a:ext cx="204120" cy="198360"/>
          </a:xfrm>
          <a:custGeom>
            <a:avLst/>
            <a:gdLst/>
            <a:ahLst/>
            <a:rect l="0" t="0" r="r" b="b"/>
            <a:pathLst>
              <a:path w="567" h="551">
                <a:moveTo>
                  <a:pt x="567" y="426"/>
                </a:moveTo>
                <a:cubicBezTo>
                  <a:pt x="567" y="440"/>
                  <a:pt x="554" y="451"/>
                  <a:pt x="540" y="451"/>
                </a:cubicBezTo>
                <a:lnTo>
                  <a:pt x="26" y="451"/>
                </a:lnTo>
                <a:cubicBezTo>
                  <a:pt x="11" y="451"/>
                  <a:pt x="0" y="440"/>
                  <a:pt x="0" y="426"/>
                </a:cubicBezTo>
                <a:cubicBezTo>
                  <a:pt x="0" y="411"/>
                  <a:pt x="11" y="400"/>
                  <a:pt x="26" y="400"/>
                </a:cubicBezTo>
                <a:lnTo>
                  <a:pt x="540" y="400"/>
                </a:lnTo>
                <a:cubicBezTo>
                  <a:pt x="554" y="400"/>
                  <a:pt x="567" y="411"/>
                  <a:pt x="567" y="426"/>
                </a:cubicBezTo>
                <a:moveTo>
                  <a:pt x="154" y="526"/>
                </a:moveTo>
                <a:cubicBezTo>
                  <a:pt x="154" y="540"/>
                  <a:pt x="143" y="551"/>
                  <a:pt x="129" y="551"/>
                </a:cubicBezTo>
                <a:lnTo>
                  <a:pt x="26" y="551"/>
                </a:lnTo>
                <a:cubicBezTo>
                  <a:pt x="11" y="551"/>
                  <a:pt x="0" y="540"/>
                  <a:pt x="0" y="526"/>
                </a:cubicBezTo>
                <a:cubicBezTo>
                  <a:pt x="0" y="512"/>
                  <a:pt x="11" y="501"/>
                  <a:pt x="26" y="501"/>
                </a:cubicBezTo>
                <a:lnTo>
                  <a:pt x="129" y="501"/>
                </a:lnTo>
                <a:cubicBezTo>
                  <a:pt x="143" y="501"/>
                  <a:pt x="154" y="512"/>
                  <a:pt x="154" y="526"/>
                </a:cubicBezTo>
                <a:moveTo>
                  <a:pt x="567" y="25"/>
                </a:moveTo>
                <a:cubicBezTo>
                  <a:pt x="567" y="39"/>
                  <a:pt x="554" y="50"/>
                  <a:pt x="540" y="50"/>
                </a:cubicBezTo>
                <a:lnTo>
                  <a:pt x="26" y="50"/>
                </a:lnTo>
                <a:cubicBezTo>
                  <a:pt x="11" y="50"/>
                  <a:pt x="0" y="39"/>
                  <a:pt x="0" y="25"/>
                </a:cubicBezTo>
                <a:cubicBezTo>
                  <a:pt x="0" y="12"/>
                  <a:pt x="11" y="0"/>
                  <a:pt x="26" y="0"/>
                </a:cubicBezTo>
                <a:lnTo>
                  <a:pt x="540" y="0"/>
                </a:lnTo>
                <a:cubicBezTo>
                  <a:pt x="554" y="0"/>
                  <a:pt x="567" y="12"/>
                  <a:pt x="567" y="25"/>
                </a:cubicBezTo>
                <a:moveTo>
                  <a:pt x="567" y="125"/>
                </a:moveTo>
                <a:cubicBezTo>
                  <a:pt x="567" y="139"/>
                  <a:pt x="554" y="150"/>
                  <a:pt x="540" y="150"/>
                </a:cubicBezTo>
                <a:lnTo>
                  <a:pt x="26" y="150"/>
                </a:lnTo>
                <a:cubicBezTo>
                  <a:pt x="11" y="150"/>
                  <a:pt x="0" y="139"/>
                  <a:pt x="0" y="125"/>
                </a:cubicBezTo>
                <a:cubicBezTo>
                  <a:pt x="0" y="112"/>
                  <a:pt x="11" y="100"/>
                  <a:pt x="26" y="100"/>
                </a:cubicBezTo>
                <a:lnTo>
                  <a:pt x="540" y="100"/>
                </a:lnTo>
                <a:cubicBezTo>
                  <a:pt x="554" y="100"/>
                  <a:pt x="567" y="112"/>
                  <a:pt x="567" y="125"/>
                </a:cubicBezTo>
                <a:moveTo>
                  <a:pt x="567" y="225"/>
                </a:moveTo>
                <a:cubicBezTo>
                  <a:pt x="567" y="239"/>
                  <a:pt x="554" y="250"/>
                  <a:pt x="540" y="250"/>
                </a:cubicBezTo>
                <a:lnTo>
                  <a:pt x="26" y="250"/>
                </a:lnTo>
                <a:cubicBezTo>
                  <a:pt x="11" y="250"/>
                  <a:pt x="0" y="239"/>
                  <a:pt x="0" y="225"/>
                </a:cubicBezTo>
                <a:cubicBezTo>
                  <a:pt x="0" y="212"/>
                  <a:pt x="11" y="200"/>
                  <a:pt x="26" y="200"/>
                </a:cubicBezTo>
                <a:lnTo>
                  <a:pt x="540" y="200"/>
                </a:lnTo>
                <a:cubicBezTo>
                  <a:pt x="554" y="200"/>
                  <a:pt x="567" y="212"/>
                  <a:pt x="567" y="225"/>
                </a:cubicBezTo>
                <a:moveTo>
                  <a:pt x="567" y="325"/>
                </a:moveTo>
                <a:cubicBezTo>
                  <a:pt x="567" y="339"/>
                  <a:pt x="554" y="350"/>
                  <a:pt x="540" y="350"/>
                </a:cubicBezTo>
                <a:lnTo>
                  <a:pt x="26" y="350"/>
                </a:lnTo>
                <a:cubicBezTo>
                  <a:pt x="11" y="350"/>
                  <a:pt x="0" y="339"/>
                  <a:pt x="0" y="325"/>
                </a:cubicBezTo>
                <a:cubicBezTo>
                  <a:pt x="0" y="311"/>
                  <a:pt x="11" y="300"/>
                  <a:pt x="26" y="300"/>
                </a:cubicBezTo>
                <a:lnTo>
                  <a:pt x="540" y="300"/>
                </a:lnTo>
                <a:cubicBezTo>
                  <a:pt x="554" y="300"/>
                  <a:pt x="567" y="311"/>
                  <a:pt x="567" y="325"/>
                </a:cubicBez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1155240" y="2900520"/>
            <a:ext cx="208440" cy="208440"/>
          </a:xfrm>
          <a:custGeom>
            <a:avLst/>
            <a:gdLst/>
            <a:ahLst/>
            <a:rect l="0" t="0" r="r" b="b"/>
            <a:pathLst>
              <a:path w="579" h="579">
                <a:moveTo>
                  <a:pt x="579" y="10"/>
                </a:moveTo>
                <a:cubicBezTo>
                  <a:pt x="557" y="-3"/>
                  <a:pt x="530" y="-4"/>
                  <a:pt x="513" y="10"/>
                </a:cubicBezTo>
                <a:lnTo>
                  <a:pt x="492" y="26"/>
                </a:lnTo>
                <a:lnTo>
                  <a:pt x="454" y="56"/>
                </a:lnTo>
                <a:lnTo>
                  <a:pt x="452" y="58"/>
                </a:lnTo>
                <a:lnTo>
                  <a:pt x="391" y="107"/>
                </a:lnTo>
                <a:lnTo>
                  <a:pt x="85" y="350"/>
                </a:lnTo>
                <a:cubicBezTo>
                  <a:pt x="74" y="358"/>
                  <a:pt x="65" y="380"/>
                  <a:pt x="55" y="401"/>
                </a:cubicBezTo>
                <a:cubicBezTo>
                  <a:pt x="45" y="423"/>
                  <a:pt x="30" y="473"/>
                  <a:pt x="18" y="511"/>
                </a:cubicBezTo>
                <a:cubicBezTo>
                  <a:pt x="14" y="517"/>
                  <a:pt x="-10" y="557"/>
                  <a:pt x="4" y="572"/>
                </a:cubicBezTo>
                <a:cubicBezTo>
                  <a:pt x="17" y="588"/>
                  <a:pt x="63" y="573"/>
                  <a:pt x="70" y="571"/>
                </a:cubicBezTo>
                <a:cubicBezTo>
                  <a:pt x="112" y="566"/>
                  <a:pt x="166" y="561"/>
                  <a:pt x="189" y="556"/>
                </a:cubicBezTo>
                <a:cubicBezTo>
                  <a:pt x="213" y="551"/>
                  <a:pt x="237" y="546"/>
                  <a:pt x="248" y="537"/>
                </a:cubicBezTo>
                <a:lnTo>
                  <a:pt x="249" y="537"/>
                </a:lnTo>
                <a:lnTo>
                  <a:pt x="555" y="294"/>
                </a:lnTo>
                <a:lnTo>
                  <a:pt x="575" y="278"/>
                </a:lnTo>
                <a:lnTo>
                  <a:pt x="579" y="275"/>
                </a:lnTo>
                <a:lnTo>
                  <a:pt x="579" y="10"/>
                </a:ln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1158480" y="3005280"/>
            <a:ext cx="89280" cy="86760"/>
          </a:xfrm>
          <a:custGeom>
            <a:avLst/>
            <a:gdLst/>
            <a:ahLst/>
            <a:rect l="0" t="0" r="r" b="b"/>
            <a:pathLst>
              <a:path w="248" h="241">
                <a:moveTo>
                  <a:pt x="239" y="125"/>
                </a:moveTo>
                <a:cubicBezTo>
                  <a:pt x="239" y="125"/>
                  <a:pt x="206" y="78"/>
                  <a:pt x="185" y="62"/>
                </a:cubicBezTo>
                <a:cubicBezTo>
                  <a:pt x="167" y="41"/>
                  <a:pt x="119" y="9"/>
                  <a:pt x="119" y="9"/>
                </a:cubicBezTo>
                <a:cubicBezTo>
                  <a:pt x="107" y="-2"/>
                  <a:pt x="87" y="-3"/>
                  <a:pt x="76" y="8"/>
                </a:cubicBezTo>
                <a:cubicBezTo>
                  <a:pt x="65" y="19"/>
                  <a:pt x="56" y="42"/>
                  <a:pt x="46" y="65"/>
                </a:cubicBezTo>
                <a:cubicBezTo>
                  <a:pt x="34" y="94"/>
                  <a:pt x="13" y="170"/>
                  <a:pt x="0" y="210"/>
                </a:cubicBezTo>
                <a:cubicBezTo>
                  <a:pt x="-2" y="216"/>
                  <a:pt x="14" y="198"/>
                  <a:pt x="13" y="204"/>
                </a:cubicBezTo>
                <a:cubicBezTo>
                  <a:pt x="13" y="209"/>
                  <a:pt x="14" y="214"/>
                  <a:pt x="15" y="219"/>
                </a:cubicBezTo>
                <a:lnTo>
                  <a:pt x="12" y="223"/>
                </a:lnTo>
                <a:lnTo>
                  <a:pt x="17" y="225"/>
                </a:lnTo>
                <a:cubicBezTo>
                  <a:pt x="18" y="227"/>
                  <a:pt x="18" y="228"/>
                  <a:pt x="19" y="230"/>
                </a:cubicBezTo>
                <a:lnTo>
                  <a:pt x="23" y="226"/>
                </a:lnTo>
                <a:cubicBezTo>
                  <a:pt x="28" y="227"/>
                  <a:pt x="33" y="228"/>
                  <a:pt x="38" y="228"/>
                </a:cubicBezTo>
                <a:cubicBezTo>
                  <a:pt x="44" y="228"/>
                  <a:pt x="25" y="243"/>
                  <a:pt x="32" y="241"/>
                </a:cubicBezTo>
                <a:cubicBezTo>
                  <a:pt x="73" y="228"/>
                  <a:pt x="152" y="208"/>
                  <a:pt x="181" y="196"/>
                </a:cubicBezTo>
                <a:cubicBezTo>
                  <a:pt x="205" y="187"/>
                  <a:pt x="229" y="178"/>
                  <a:pt x="240" y="167"/>
                </a:cubicBezTo>
                <a:cubicBezTo>
                  <a:pt x="251" y="156"/>
                  <a:pt x="251" y="138"/>
                  <a:pt x="239" y="125"/>
                </a:cubicBezTo>
                <a:close/>
              </a:path>
            </a:pathLst>
          </a:custGeom>
          <a:solidFill>
            <a:srgbClr val="d99e8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1304640" y="2852640"/>
            <a:ext cx="100440" cy="97560"/>
          </a:xfrm>
          <a:custGeom>
            <a:avLst/>
            <a:gdLst/>
            <a:ahLst/>
            <a:rect l="0" t="0" r="r" b="b"/>
            <a:pathLst>
              <a:path w="279" h="271">
                <a:moveTo>
                  <a:pt x="17" y="97"/>
                </a:moveTo>
                <a:cubicBezTo>
                  <a:pt x="-5" y="119"/>
                  <a:pt x="-5" y="155"/>
                  <a:pt x="17" y="176"/>
                </a:cubicBezTo>
                <a:lnTo>
                  <a:pt x="99" y="256"/>
                </a:lnTo>
                <a:cubicBezTo>
                  <a:pt x="121" y="277"/>
                  <a:pt x="159" y="277"/>
                  <a:pt x="181" y="256"/>
                </a:cubicBezTo>
                <a:lnTo>
                  <a:pt x="263" y="176"/>
                </a:lnTo>
                <a:cubicBezTo>
                  <a:pt x="285" y="155"/>
                  <a:pt x="285" y="119"/>
                  <a:pt x="263" y="97"/>
                </a:cubicBezTo>
                <a:lnTo>
                  <a:pt x="181" y="17"/>
                </a:lnTo>
                <a:cubicBezTo>
                  <a:pt x="159" y="-5"/>
                  <a:pt x="121" y="-5"/>
                  <a:pt x="99" y="17"/>
                </a:cubicBezTo>
                <a:lnTo>
                  <a:pt x="17" y="97"/>
                </a:lnTo>
                <a:close/>
              </a:path>
            </a:pathLst>
          </a:custGeom>
          <a:solidFill>
            <a:srgbClr val="ea596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1185840" y="2901240"/>
            <a:ext cx="169200" cy="164160"/>
          </a:xfrm>
          <a:custGeom>
            <a:avLst/>
            <a:gdLst/>
            <a:ahLst/>
            <a:rect l="0" t="0" r="r" b="b"/>
            <a:pathLst>
              <a:path w="470" h="456">
                <a:moveTo>
                  <a:pt x="0" y="297"/>
                </a:moveTo>
                <a:lnTo>
                  <a:pt x="82" y="377"/>
                </a:lnTo>
                <a:lnTo>
                  <a:pt x="163" y="456"/>
                </a:lnTo>
                <a:lnTo>
                  <a:pt x="470" y="158"/>
                </a:lnTo>
                <a:lnTo>
                  <a:pt x="307" y="0"/>
                </a:lnTo>
                <a:lnTo>
                  <a:pt x="0" y="297"/>
                </a:ln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1155240" y="3070080"/>
            <a:ext cx="25920" cy="25200"/>
          </a:xfrm>
          <a:custGeom>
            <a:avLst/>
            <a:gdLst/>
            <a:ahLst/>
            <a:rect l="0" t="0" r="r" b="b"/>
            <a:pathLst>
              <a:path w="72" h="70">
                <a:moveTo>
                  <a:pt x="72" y="51"/>
                </a:moveTo>
                <a:cubicBezTo>
                  <a:pt x="72" y="51"/>
                  <a:pt x="18" y="80"/>
                  <a:pt x="4" y="66"/>
                </a:cubicBezTo>
                <a:cubicBezTo>
                  <a:pt x="-11" y="51"/>
                  <a:pt x="19" y="0"/>
                  <a:pt x="19" y="0"/>
                </a:cubicBezTo>
                <a:cubicBezTo>
                  <a:pt x="19" y="0"/>
                  <a:pt x="70" y="1"/>
                  <a:pt x="72" y="51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1296000" y="2865600"/>
            <a:ext cx="95760" cy="92880"/>
          </a:xfrm>
          <a:custGeom>
            <a:avLst/>
            <a:gdLst/>
            <a:ahLst/>
            <a:rect l="0" t="0" r="r" b="b"/>
            <a:pathLst>
              <a:path w="266" h="258">
                <a:moveTo>
                  <a:pt x="0" y="99"/>
                </a:moveTo>
                <a:lnTo>
                  <a:pt x="102" y="0"/>
                </a:lnTo>
                <a:lnTo>
                  <a:pt x="266" y="159"/>
                </a:lnTo>
                <a:lnTo>
                  <a:pt x="163" y="258"/>
                </a:lnTo>
                <a:lnTo>
                  <a:pt x="0" y="99"/>
                </a:ln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1303200" y="2872800"/>
            <a:ext cx="81000" cy="78480"/>
          </a:xfrm>
          <a:custGeom>
            <a:avLst/>
            <a:gdLst/>
            <a:ahLst/>
            <a:rect l="0" t="0" r="r" b="b"/>
            <a:pathLst>
              <a:path w="225" h="218">
                <a:moveTo>
                  <a:pt x="41" y="19"/>
                </a:moveTo>
                <a:lnTo>
                  <a:pt x="61" y="0"/>
                </a:lnTo>
                <a:lnTo>
                  <a:pt x="225" y="159"/>
                </a:lnTo>
                <a:lnTo>
                  <a:pt x="205" y="179"/>
                </a:lnTo>
                <a:lnTo>
                  <a:pt x="41" y="19"/>
                </a:lnTo>
                <a:moveTo>
                  <a:pt x="0" y="59"/>
                </a:moveTo>
                <a:lnTo>
                  <a:pt x="20" y="39"/>
                </a:lnTo>
                <a:lnTo>
                  <a:pt x="184" y="199"/>
                </a:lnTo>
                <a:lnTo>
                  <a:pt x="164" y="218"/>
                </a:lnTo>
                <a:lnTo>
                  <a:pt x="0" y="59"/>
                </a:ln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1422000" y="2255040"/>
            <a:ext cx="369900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質問・コメント⼤歓迎︕</a:t>
            </a:r>
            <a:endParaRPr b="0" lang="en-US" sz="25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1422000" y="2797920"/>
            <a:ext cx="61340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Q&amp;A</a:t>
            </a:r>
            <a:r>
              <a:rPr b="0" lang="ja-JP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セッションでまとめてお答えします</a:t>
            </a:r>
            <a:endParaRPr b="0" lang="en-US" sz="25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11771640" y="6319440"/>
            <a:ext cx="27396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6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685440" y="1168200"/>
            <a:ext cx="228960" cy="216360"/>
          </a:xfrm>
          <a:custGeom>
            <a:avLst/>
            <a:gdLst/>
            <a:ahLst/>
            <a:rect l="0" t="0" r="r" b="b"/>
            <a:pathLst>
              <a:path w="636" h="601">
                <a:moveTo>
                  <a:pt x="319" y="0"/>
                </a:moveTo>
                <a:cubicBezTo>
                  <a:pt x="143" y="0"/>
                  <a:pt x="0" y="112"/>
                  <a:pt x="0" y="248"/>
                </a:cubicBezTo>
                <a:cubicBezTo>
                  <a:pt x="0" y="325"/>
                  <a:pt x="46" y="394"/>
                  <a:pt x="117" y="439"/>
                </a:cubicBezTo>
                <a:cubicBezTo>
                  <a:pt x="108" y="480"/>
                  <a:pt x="86" y="540"/>
                  <a:pt x="36" y="601"/>
                </a:cubicBezTo>
                <a:cubicBezTo>
                  <a:pt x="137" y="584"/>
                  <a:pt x="202" y="534"/>
                  <a:pt x="242" y="488"/>
                </a:cubicBezTo>
                <a:cubicBezTo>
                  <a:pt x="267" y="492"/>
                  <a:pt x="292" y="495"/>
                  <a:pt x="319" y="495"/>
                </a:cubicBezTo>
                <a:cubicBezTo>
                  <a:pt x="494" y="495"/>
                  <a:pt x="636" y="384"/>
                  <a:pt x="636" y="248"/>
                </a:cubicBezTo>
                <a:cubicBezTo>
                  <a:pt x="636" y="112"/>
                  <a:pt x="494" y="0"/>
                  <a:pt x="319" y="0"/>
                </a:cubicBezTo>
                <a:close/>
              </a:path>
            </a:pathLst>
          </a:custGeom>
          <a:solidFill>
            <a:srgbClr val="bddd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787320" y="12445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71" y="36"/>
                </a:moveTo>
                <a:cubicBezTo>
                  <a:pt x="71" y="41"/>
                  <a:pt x="70" y="45"/>
                  <a:pt x="69" y="50"/>
                </a:cubicBezTo>
                <a:cubicBezTo>
                  <a:pt x="67" y="54"/>
                  <a:pt x="64" y="58"/>
                  <a:pt x="61" y="61"/>
                </a:cubicBezTo>
                <a:cubicBezTo>
                  <a:pt x="58" y="64"/>
                  <a:pt x="54" y="67"/>
                  <a:pt x="50" y="69"/>
                </a:cubicBezTo>
                <a:cubicBezTo>
                  <a:pt x="45" y="70"/>
                  <a:pt x="41" y="71"/>
                  <a:pt x="36" y="71"/>
                </a:cubicBezTo>
                <a:cubicBezTo>
                  <a:pt x="31" y="71"/>
                  <a:pt x="27" y="70"/>
                  <a:pt x="22" y="69"/>
                </a:cubicBezTo>
                <a:cubicBezTo>
                  <a:pt x="17" y="67"/>
                  <a:pt x="13" y="64"/>
                  <a:pt x="10" y="61"/>
                </a:cubicBezTo>
                <a:cubicBezTo>
                  <a:pt x="7" y="58"/>
                  <a:pt x="4" y="54"/>
                  <a:pt x="2" y="50"/>
                </a:cubicBezTo>
                <a:cubicBezTo>
                  <a:pt x="1" y="45"/>
                  <a:pt x="0" y="41"/>
                  <a:pt x="0" y="36"/>
                </a:cubicBezTo>
                <a:cubicBezTo>
                  <a:pt x="0" y="31"/>
                  <a:pt x="1" y="27"/>
                  <a:pt x="2" y="22"/>
                </a:cubicBezTo>
                <a:cubicBezTo>
                  <a:pt x="4" y="18"/>
                  <a:pt x="7" y="14"/>
                  <a:pt x="10" y="11"/>
                </a:cubicBezTo>
                <a:cubicBezTo>
                  <a:pt x="13" y="7"/>
                  <a:pt x="17" y="4"/>
                  <a:pt x="22" y="2"/>
                </a:cubicBezTo>
                <a:cubicBezTo>
                  <a:pt x="27" y="1"/>
                  <a:pt x="31" y="0"/>
                  <a:pt x="36" y="0"/>
                </a:cubicBezTo>
                <a:cubicBezTo>
                  <a:pt x="41" y="0"/>
                  <a:pt x="45" y="1"/>
                  <a:pt x="50" y="2"/>
                </a:cubicBezTo>
                <a:cubicBezTo>
                  <a:pt x="54" y="4"/>
                  <a:pt x="58" y="7"/>
                  <a:pt x="61" y="11"/>
                </a:cubicBezTo>
                <a:cubicBezTo>
                  <a:pt x="64" y="14"/>
                  <a:pt x="67" y="18"/>
                  <a:pt x="69" y="22"/>
                </a:cubicBezTo>
                <a:cubicBezTo>
                  <a:pt x="70" y="27"/>
                  <a:pt x="71" y="31"/>
                  <a:pt x="71" y="36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838080" y="12445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71" y="36"/>
                </a:moveTo>
                <a:cubicBezTo>
                  <a:pt x="71" y="41"/>
                  <a:pt x="70" y="45"/>
                  <a:pt x="69" y="50"/>
                </a:cubicBezTo>
                <a:cubicBezTo>
                  <a:pt x="67" y="54"/>
                  <a:pt x="64" y="58"/>
                  <a:pt x="61" y="61"/>
                </a:cubicBezTo>
                <a:cubicBezTo>
                  <a:pt x="58" y="64"/>
                  <a:pt x="54" y="67"/>
                  <a:pt x="50" y="69"/>
                </a:cubicBezTo>
                <a:cubicBezTo>
                  <a:pt x="45" y="70"/>
                  <a:pt x="41" y="71"/>
                  <a:pt x="36" y="71"/>
                </a:cubicBezTo>
                <a:cubicBezTo>
                  <a:pt x="31" y="71"/>
                  <a:pt x="27" y="70"/>
                  <a:pt x="23" y="69"/>
                </a:cubicBezTo>
                <a:cubicBezTo>
                  <a:pt x="18" y="67"/>
                  <a:pt x="13" y="64"/>
                  <a:pt x="10" y="61"/>
                </a:cubicBezTo>
                <a:cubicBezTo>
                  <a:pt x="7" y="58"/>
                  <a:pt x="4" y="54"/>
                  <a:pt x="3" y="50"/>
                </a:cubicBezTo>
                <a:cubicBezTo>
                  <a:pt x="1" y="45"/>
                  <a:pt x="0" y="41"/>
                  <a:pt x="0" y="36"/>
                </a:cubicBezTo>
                <a:cubicBezTo>
                  <a:pt x="0" y="31"/>
                  <a:pt x="1" y="27"/>
                  <a:pt x="3" y="22"/>
                </a:cubicBezTo>
                <a:cubicBezTo>
                  <a:pt x="4" y="18"/>
                  <a:pt x="7" y="14"/>
                  <a:pt x="10" y="11"/>
                </a:cubicBezTo>
                <a:cubicBezTo>
                  <a:pt x="13" y="7"/>
                  <a:pt x="18" y="4"/>
                  <a:pt x="23" y="2"/>
                </a:cubicBezTo>
                <a:cubicBezTo>
                  <a:pt x="27" y="1"/>
                  <a:pt x="31" y="0"/>
                  <a:pt x="36" y="0"/>
                </a:cubicBezTo>
                <a:cubicBezTo>
                  <a:pt x="41" y="0"/>
                  <a:pt x="45" y="1"/>
                  <a:pt x="50" y="2"/>
                </a:cubicBezTo>
                <a:cubicBezTo>
                  <a:pt x="54" y="4"/>
                  <a:pt x="58" y="7"/>
                  <a:pt x="61" y="11"/>
                </a:cubicBezTo>
                <a:cubicBezTo>
                  <a:pt x="64" y="14"/>
                  <a:pt x="67" y="18"/>
                  <a:pt x="69" y="22"/>
                </a:cubicBezTo>
                <a:cubicBezTo>
                  <a:pt x="70" y="27"/>
                  <a:pt x="71" y="31"/>
                  <a:pt x="71" y="36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736560" y="12445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71" y="36"/>
                </a:moveTo>
                <a:cubicBezTo>
                  <a:pt x="71" y="41"/>
                  <a:pt x="70" y="45"/>
                  <a:pt x="68" y="50"/>
                </a:cubicBezTo>
                <a:cubicBezTo>
                  <a:pt x="67" y="54"/>
                  <a:pt x="64" y="58"/>
                  <a:pt x="61" y="61"/>
                </a:cubicBezTo>
                <a:cubicBezTo>
                  <a:pt x="58" y="64"/>
                  <a:pt x="54" y="67"/>
                  <a:pt x="49" y="69"/>
                </a:cubicBezTo>
                <a:cubicBezTo>
                  <a:pt x="45" y="70"/>
                  <a:pt x="41" y="71"/>
                  <a:pt x="36" y="71"/>
                </a:cubicBezTo>
                <a:cubicBezTo>
                  <a:pt x="31" y="71"/>
                  <a:pt x="27" y="70"/>
                  <a:pt x="22" y="69"/>
                </a:cubicBezTo>
                <a:cubicBezTo>
                  <a:pt x="17" y="67"/>
                  <a:pt x="13" y="64"/>
                  <a:pt x="10" y="61"/>
                </a:cubicBezTo>
                <a:cubicBezTo>
                  <a:pt x="7" y="58"/>
                  <a:pt x="4" y="54"/>
                  <a:pt x="2" y="50"/>
                </a:cubicBezTo>
                <a:cubicBezTo>
                  <a:pt x="1" y="45"/>
                  <a:pt x="0" y="41"/>
                  <a:pt x="0" y="36"/>
                </a:cubicBezTo>
                <a:cubicBezTo>
                  <a:pt x="0" y="31"/>
                  <a:pt x="1" y="27"/>
                  <a:pt x="2" y="22"/>
                </a:cubicBezTo>
                <a:cubicBezTo>
                  <a:pt x="4" y="18"/>
                  <a:pt x="7" y="14"/>
                  <a:pt x="10" y="11"/>
                </a:cubicBezTo>
                <a:cubicBezTo>
                  <a:pt x="13" y="7"/>
                  <a:pt x="17" y="4"/>
                  <a:pt x="22" y="2"/>
                </a:cubicBezTo>
                <a:cubicBezTo>
                  <a:pt x="27" y="1"/>
                  <a:pt x="31" y="0"/>
                  <a:pt x="36" y="0"/>
                </a:cubicBezTo>
                <a:cubicBezTo>
                  <a:pt x="41" y="0"/>
                  <a:pt x="45" y="1"/>
                  <a:pt x="49" y="2"/>
                </a:cubicBezTo>
                <a:cubicBezTo>
                  <a:pt x="54" y="4"/>
                  <a:pt x="58" y="7"/>
                  <a:pt x="61" y="11"/>
                </a:cubicBezTo>
                <a:cubicBezTo>
                  <a:pt x="64" y="14"/>
                  <a:pt x="67" y="18"/>
                  <a:pt x="68" y="22"/>
                </a:cubicBezTo>
                <a:cubicBezTo>
                  <a:pt x="70" y="27"/>
                  <a:pt x="71" y="31"/>
                  <a:pt x="71" y="36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666720" y="642600"/>
            <a:ext cx="246960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216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質問・コメント⽅法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838080" y="178092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3" y="54"/>
                  <a:pt x="21" y="42"/>
                  <a:pt x="31" y="32"/>
                </a:cubicBezTo>
                <a:cubicBezTo>
                  <a:pt x="41" y="22"/>
                  <a:pt x="52" y="15"/>
                  <a:pt x="65" y="8"/>
                </a:cubicBezTo>
                <a:cubicBezTo>
                  <a:pt x="78" y="3"/>
                  <a:pt x="92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5"/>
                  <a:pt x="172" y="22"/>
                  <a:pt x="182" y="32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929520" y="1129320"/>
            <a:ext cx="4867560" cy="34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 YouTube</a:t>
            </a:r>
            <a:r>
              <a:rPr b="1" lang="ja-JP" sz="18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チャットで質問・コメント⼤歓迎︕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838080" y="21240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3" y="134"/>
                  <a:pt x="0" y="121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1047600" y="1667880"/>
            <a:ext cx="4321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6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右側のライブチャット欄から投稿してください</a:t>
            </a:r>
            <a:endParaRPr b="0" lang="en-US" sz="16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838080" y="245736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3" y="53"/>
                  <a:pt x="21" y="42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1047600" y="2010600"/>
            <a:ext cx="30870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6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セッション中でもお気軽にどうぞ</a:t>
            </a:r>
            <a:endParaRPr b="0" lang="en-US" sz="16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1047600" y="2344320"/>
            <a:ext cx="37040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62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固定コメントに各種リンクを掲載します</a:t>
            </a:r>
            <a:endParaRPr b="0" lang="en-US" sz="16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11828160" y="6387840"/>
            <a:ext cx="1825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7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4002840" y="606600"/>
            <a:ext cx="41155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54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セッション①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1494360" y="1818720"/>
            <a:ext cx="885672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Microsoft Connected Cache for</a:t>
            </a:r>
            <a:endParaRPr b="0" lang="en-US" sz="4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2296080" y="2561760"/>
            <a:ext cx="731700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Enterprise and Education</a:t>
            </a:r>
            <a:endParaRPr b="0" lang="en-US" sz="4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770760" y="3295080"/>
            <a:ext cx="1042488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〜当社での導⼊事例とアクティビティの⾒</a:t>
            </a:r>
            <a:endParaRPr b="0" lang="en-US" sz="4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4133880" y="4038120"/>
            <a:ext cx="384120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える化の紹介〜</a:t>
            </a:r>
            <a:endParaRPr b="0" lang="en-US" sz="4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4018680" y="5141880"/>
            <a:ext cx="400032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スピーカー︓養⽼ 利紀 ⽒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3990960" y="6514920"/>
            <a:ext cx="38160" cy="28800"/>
          </a:xfrm>
          <a:custGeom>
            <a:avLst/>
            <a:gdLst/>
            <a:ahLst/>
            <a:rect l="0" t="0" r="r" b="b"/>
            <a:pathLst>
              <a:path w="106" h="80">
                <a:moveTo>
                  <a:pt x="0" y="0"/>
                </a:moveTo>
                <a:lnTo>
                  <a:pt x="106" y="0"/>
                </a:lnTo>
                <a:lnTo>
                  <a:pt x="106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3952800" y="6476760"/>
            <a:ext cx="186120" cy="105120"/>
          </a:xfrm>
          <a:custGeom>
            <a:avLst/>
            <a:gdLst/>
            <a:ahLst/>
            <a:rect l="0" t="0" r="r" b="b"/>
            <a:pathLst>
              <a:path w="517" h="292">
                <a:moveTo>
                  <a:pt x="265" y="0"/>
                </a:moveTo>
                <a:lnTo>
                  <a:pt x="53" y="0"/>
                </a:lnTo>
                <a:cubicBezTo>
                  <a:pt x="24" y="0"/>
                  <a:pt x="0" y="24"/>
                  <a:pt x="0" y="53"/>
                </a:cubicBezTo>
                <a:cubicBezTo>
                  <a:pt x="0" y="82"/>
                  <a:pt x="24" y="106"/>
                  <a:pt x="53" y="106"/>
                </a:cubicBezTo>
                <a:lnTo>
                  <a:pt x="265" y="106"/>
                </a:lnTo>
                <a:cubicBezTo>
                  <a:pt x="294" y="106"/>
                  <a:pt x="318" y="82"/>
                  <a:pt x="318" y="53"/>
                </a:cubicBezTo>
                <a:cubicBezTo>
                  <a:pt x="318" y="24"/>
                  <a:pt x="294" y="0"/>
                  <a:pt x="265" y="0"/>
                </a:cubicBezTo>
                <a:moveTo>
                  <a:pt x="429" y="279"/>
                </a:moveTo>
                <a:lnTo>
                  <a:pt x="389" y="244"/>
                </a:lnTo>
                <a:cubicBezTo>
                  <a:pt x="367" y="225"/>
                  <a:pt x="365" y="191"/>
                  <a:pt x="384" y="169"/>
                </a:cubicBezTo>
                <a:cubicBezTo>
                  <a:pt x="403" y="147"/>
                  <a:pt x="437" y="145"/>
                  <a:pt x="459" y="164"/>
                </a:cubicBezTo>
                <a:lnTo>
                  <a:pt x="499" y="200"/>
                </a:lnTo>
                <a:cubicBezTo>
                  <a:pt x="521" y="219"/>
                  <a:pt x="523" y="252"/>
                  <a:pt x="504" y="274"/>
                </a:cubicBezTo>
                <a:cubicBezTo>
                  <a:pt x="484" y="296"/>
                  <a:pt x="451" y="298"/>
                  <a:pt x="429" y="279"/>
                </a:cubicBezTo>
                <a:close/>
              </a:path>
            </a:pathLst>
          </a:custGeom>
          <a:solidFill>
            <a:srgbClr val="8899a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3904920" y="6562440"/>
            <a:ext cx="209880" cy="209880"/>
          </a:xfrm>
          <a:custGeom>
            <a:avLst/>
            <a:gdLst/>
            <a:ahLst/>
            <a:rect l="0" t="0" r="r" b="b"/>
            <a:pathLst>
              <a:path w="583" h="583">
                <a:moveTo>
                  <a:pt x="583" y="292"/>
                </a:moveTo>
                <a:cubicBezTo>
                  <a:pt x="583" y="311"/>
                  <a:pt x="582" y="330"/>
                  <a:pt x="578" y="349"/>
                </a:cubicBezTo>
                <a:cubicBezTo>
                  <a:pt x="574" y="368"/>
                  <a:pt x="569" y="386"/>
                  <a:pt x="561" y="404"/>
                </a:cubicBezTo>
                <a:cubicBezTo>
                  <a:pt x="554" y="421"/>
                  <a:pt x="545" y="438"/>
                  <a:pt x="534" y="454"/>
                </a:cubicBezTo>
                <a:cubicBezTo>
                  <a:pt x="524" y="470"/>
                  <a:pt x="512" y="485"/>
                  <a:pt x="497" y="498"/>
                </a:cubicBezTo>
                <a:cubicBezTo>
                  <a:pt x="484" y="512"/>
                  <a:pt x="469" y="524"/>
                  <a:pt x="453" y="534"/>
                </a:cubicBezTo>
                <a:cubicBezTo>
                  <a:pt x="437" y="545"/>
                  <a:pt x="420" y="554"/>
                  <a:pt x="403" y="561"/>
                </a:cubicBezTo>
                <a:cubicBezTo>
                  <a:pt x="385" y="569"/>
                  <a:pt x="367" y="574"/>
                  <a:pt x="348" y="578"/>
                </a:cubicBezTo>
                <a:cubicBezTo>
                  <a:pt x="329" y="582"/>
                  <a:pt x="311" y="583"/>
                  <a:pt x="291" y="583"/>
                </a:cubicBezTo>
                <a:cubicBezTo>
                  <a:pt x="272" y="583"/>
                  <a:pt x="253" y="582"/>
                  <a:pt x="235" y="578"/>
                </a:cubicBezTo>
                <a:cubicBezTo>
                  <a:pt x="216" y="574"/>
                  <a:pt x="198" y="569"/>
                  <a:pt x="180" y="561"/>
                </a:cubicBezTo>
                <a:cubicBezTo>
                  <a:pt x="162" y="554"/>
                  <a:pt x="146" y="545"/>
                  <a:pt x="130" y="534"/>
                </a:cubicBezTo>
                <a:cubicBezTo>
                  <a:pt x="114" y="524"/>
                  <a:pt x="99" y="512"/>
                  <a:pt x="86" y="498"/>
                </a:cubicBezTo>
                <a:cubicBezTo>
                  <a:pt x="72" y="485"/>
                  <a:pt x="60" y="470"/>
                  <a:pt x="49" y="454"/>
                </a:cubicBezTo>
                <a:cubicBezTo>
                  <a:pt x="39" y="438"/>
                  <a:pt x="30" y="421"/>
                  <a:pt x="23" y="404"/>
                </a:cubicBezTo>
                <a:cubicBezTo>
                  <a:pt x="15" y="386"/>
                  <a:pt x="10" y="368"/>
                  <a:pt x="6" y="349"/>
                </a:cubicBezTo>
                <a:cubicBezTo>
                  <a:pt x="2" y="330"/>
                  <a:pt x="0" y="311"/>
                  <a:pt x="0" y="292"/>
                </a:cubicBezTo>
                <a:cubicBezTo>
                  <a:pt x="0" y="273"/>
                  <a:pt x="2" y="254"/>
                  <a:pt x="6" y="236"/>
                </a:cubicBezTo>
                <a:cubicBezTo>
                  <a:pt x="10" y="217"/>
                  <a:pt x="15" y="199"/>
                  <a:pt x="23" y="181"/>
                </a:cubicBezTo>
                <a:cubicBezTo>
                  <a:pt x="30" y="163"/>
                  <a:pt x="39" y="147"/>
                  <a:pt x="49" y="131"/>
                </a:cubicBezTo>
                <a:cubicBezTo>
                  <a:pt x="60" y="115"/>
                  <a:pt x="72" y="99"/>
                  <a:pt x="86" y="86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3" y="2"/>
                  <a:pt x="272" y="0"/>
                  <a:pt x="291" y="0"/>
                </a:cubicBezTo>
                <a:cubicBezTo>
                  <a:pt x="311" y="0"/>
                  <a:pt x="329" y="2"/>
                  <a:pt x="348" y="6"/>
                </a:cubicBezTo>
                <a:cubicBezTo>
                  <a:pt x="367" y="10"/>
                  <a:pt x="385" y="15"/>
                  <a:pt x="403" y="22"/>
                </a:cubicBezTo>
                <a:cubicBezTo>
                  <a:pt x="420" y="30"/>
                  <a:pt x="437" y="39"/>
                  <a:pt x="453" y="49"/>
                </a:cubicBezTo>
                <a:cubicBezTo>
                  <a:pt x="469" y="60"/>
                  <a:pt x="484" y="72"/>
                  <a:pt x="497" y="86"/>
                </a:cubicBezTo>
                <a:cubicBezTo>
                  <a:pt x="512" y="99"/>
                  <a:pt x="524" y="115"/>
                  <a:pt x="534" y="131"/>
                </a:cubicBezTo>
                <a:cubicBezTo>
                  <a:pt x="545" y="147"/>
                  <a:pt x="554" y="163"/>
                  <a:pt x="561" y="181"/>
                </a:cubicBezTo>
                <a:cubicBezTo>
                  <a:pt x="569" y="199"/>
                  <a:pt x="574" y="217"/>
                  <a:pt x="578" y="236"/>
                </a:cubicBezTo>
                <a:cubicBezTo>
                  <a:pt x="582" y="254"/>
                  <a:pt x="583" y="273"/>
                  <a:pt x="583" y="292"/>
                </a:cubicBezTo>
                <a:close/>
              </a:path>
            </a:pathLst>
          </a:custGeom>
          <a:solidFill>
            <a:srgbClr val="f5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3876480" y="6534000"/>
            <a:ext cx="267120" cy="267120"/>
          </a:xfrm>
          <a:custGeom>
            <a:avLst/>
            <a:gdLst/>
            <a:ahLst/>
            <a:rect l="0" t="0" r="r" b="b"/>
            <a:pathLst>
              <a:path w="742" h="742">
                <a:moveTo>
                  <a:pt x="370" y="0"/>
                </a:moveTo>
                <a:cubicBezTo>
                  <a:pt x="166" y="0"/>
                  <a:pt x="0" y="166"/>
                  <a:pt x="0" y="370"/>
                </a:cubicBezTo>
                <a:cubicBezTo>
                  <a:pt x="0" y="575"/>
                  <a:pt x="166" y="742"/>
                  <a:pt x="370" y="742"/>
                </a:cubicBezTo>
                <a:cubicBezTo>
                  <a:pt x="575" y="742"/>
                  <a:pt x="742" y="575"/>
                  <a:pt x="742" y="370"/>
                </a:cubicBezTo>
                <a:cubicBezTo>
                  <a:pt x="742" y="166"/>
                  <a:pt x="575" y="0"/>
                  <a:pt x="370" y="0"/>
                </a:cubicBezTo>
                <a:moveTo>
                  <a:pt x="370" y="661"/>
                </a:moveTo>
                <a:cubicBezTo>
                  <a:pt x="210" y="661"/>
                  <a:pt x="79" y="531"/>
                  <a:pt x="79" y="370"/>
                </a:cubicBezTo>
                <a:cubicBezTo>
                  <a:pt x="79" y="210"/>
                  <a:pt x="210" y="79"/>
                  <a:pt x="370" y="79"/>
                </a:cubicBezTo>
                <a:cubicBezTo>
                  <a:pt x="531" y="79"/>
                  <a:pt x="661" y="210"/>
                  <a:pt x="661" y="370"/>
                </a:cubicBezTo>
                <a:cubicBezTo>
                  <a:pt x="661" y="531"/>
                  <a:pt x="531" y="661"/>
                  <a:pt x="370" y="661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3990960" y="6657840"/>
            <a:ext cx="114480" cy="19440"/>
          </a:xfrm>
          <a:custGeom>
            <a:avLst/>
            <a:gdLst/>
            <a:ahLst/>
            <a:rect l="0" t="0" r="r" b="b"/>
            <a:pathLst>
              <a:path w="318" h="54">
                <a:moveTo>
                  <a:pt x="292" y="54"/>
                </a:moveTo>
                <a:lnTo>
                  <a:pt x="26" y="54"/>
                </a:lnTo>
                <a:cubicBezTo>
                  <a:pt x="11" y="54"/>
                  <a:pt x="0" y="41"/>
                  <a:pt x="0" y="26"/>
                </a:cubicBezTo>
                <a:cubicBezTo>
                  <a:pt x="0" y="12"/>
                  <a:pt x="11" y="0"/>
                  <a:pt x="26" y="0"/>
                </a:cubicBezTo>
                <a:lnTo>
                  <a:pt x="292" y="0"/>
                </a:lnTo>
                <a:cubicBezTo>
                  <a:pt x="306" y="0"/>
                  <a:pt x="318" y="12"/>
                  <a:pt x="318" y="26"/>
                </a:cubicBezTo>
                <a:cubicBezTo>
                  <a:pt x="318" y="41"/>
                  <a:pt x="306" y="54"/>
                  <a:pt x="292" y="54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4000320" y="657216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7"/>
                </a:moveTo>
                <a:cubicBezTo>
                  <a:pt x="54" y="35"/>
                  <a:pt x="51" y="41"/>
                  <a:pt x="46" y="46"/>
                </a:cubicBezTo>
                <a:cubicBezTo>
                  <a:pt x="40" y="51"/>
                  <a:pt x="34" y="54"/>
                  <a:pt x="26" y="54"/>
                </a:cubicBezTo>
                <a:cubicBezTo>
                  <a:pt x="19" y="54"/>
                  <a:pt x="13" y="51"/>
                  <a:pt x="8" y="46"/>
                </a:cubicBezTo>
                <a:cubicBezTo>
                  <a:pt x="3" y="41"/>
                  <a:pt x="0" y="35"/>
                  <a:pt x="0" y="27"/>
                </a:cubicBezTo>
                <a:cubicBezTo>
                  <a:pt x="0" y="19"/>
                  <a:pt x="3" y="13"/>
                  <a:pt x="8" y="7"/>
                </a:cubicBezTo>
                <a:cubicBezTo>
                  <a:pt x="13" y="2"/>
                  <a:pt x="19" y="0"/>
                  <a:pt x="26" y="0"/>
                </a:cubicBezTo>
                <a:cubicBezTo>
                  <a:pt x="34" y="0"/>
                  <a:pt x="40" y="2"/>
                  <a:pt x="46" y="7"/>
                </a:cubicBezTo>
                <a:cubicBezTo>
                  <a:pt x="51" y="13"/>
                  <a:pt x="54" y="19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4000320" y="674352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7"/>
                </a:moveTo>
                <a:cubicBezTo>
                  <a:pt x="54" y="35"/>
                  <a:pt x="51" y="41"/>
                  <a:pt x="46" y="46"/>
                </a:cubicBezTo>
                <a:cubicBezTo>
                  <a:pt x="40" y="51"/>
                  <a:pt x="34" y="54"/>
                  <a:pt x="26" y="54"/>
                </a:cubicBezTo>
                <a:cubicBezTo>
                  <a:pt x="19" y="54"/>
                  <a:pt x="13" y="51"/>
                  <a:pt x="8" y="46"/>
                </a:cubicBezTo>
                <a:cubicBezTo>
                  <a:pt x="3" y="41"/>
                  <a:pt x="0" y="35"/>
                  <a:pt x="0" y="27"/>
                </a:cubicBezTo>
                <a:cubicBezTo>
                  <a:pt x="0" y="20"/>
                  <a:pt x="3" y="13"/>
                  <a:pt x="8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0" y="3"/>
                  <a:pt x="46" y="8"/>
                </a:cubicBezTo>
                <a:cubicBezTo>
                  <a:pt x="51" y="13"/>
                  <a:pt x="54" y="20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3943080" y="660060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7"/>
                </a:moveTo>
                <a:cubicBezTo>
                  <a:pt x="54" y="34"/>
                  <a:pt x="52" y="40"/>
                  <a:pt x="46" y="45"/>
                </a:cubicBezTo>
                <a:cubicBezTo>
                  <a:pt x="40" y="51"/>
                  <a:pt x="34" y="54"/>
                  <a:pt x="27" y="54"/>
                </a:cubicBezTo>
                <a:cubicBezTo>
                  <a:pt x="19" y="54"/>
                  <a:pt x="13" y="51"/>
                  <a:pt x="8" y="45"/>
                </a:cubicBezTo>
                <a:cubicBezTo>
                  <a:pt x="3" y="40"/>
                  <a:pt x="0" y="34"/>
                  <a:pt x="0" y="27"/>
                </a:cubicBezTo>
                <a:cubicBezTo>
                  <a:pt x="0" y="19"/>
                  <a:pt x="3" y="13"/>
                  <a:pt x="8" y="8"/>
                </a:cubicBezTo>
                <a:cubicBezTo>
                  <a:pt x="13" y="3"/>
                  <a:pt x="19" y="0"/>
                  <a:pt x="27" y="0"/>
                </a:cubicBezTo>
                <a:cubicBezTo>
                  <a:pt x="34" y="0"/>
                  <a:pt x="40" y="3"/>
                  <a:pt x="46" y="8"/>
                </a:cubicBezTo>
                <a:cubicBezTo>
                  <a:pt x="52" y="13"/>
                  <a:pt x="54" y="19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4057560" y="671508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6"/>
                </a:moveTo>
                <a:cubicBezTo>
                  <a:pt x="54" y="33"/>
                  <a:pt x="51" y="40"/>
                  <a:pt x="46" y="46"/>
                </a:cubicBezTo>
                <a:cubicBezTo>
                  <a:pt x="41" y="51"/>
                  <a:pt x="34" y="54"/>
                  <a:pt x="26" y="54"/>
                </a:cubicBezTo>
                <a:cubicBezTo>
                  <a:pt x="19" y="54"/>
                  <a:pt x="13" y="51"/>
                  <a:pt x="7" y="46"/>
                </a:cubicBezTo>
                <a:cubicBezTo>
                  <a:pt x="2" y="40"/>
                  <a:pt x="0" y="33"/>
                  <a:pt x="0" y="26"/>
                </a:cubicBezTo>
                <a:cubicBezTo>
                  <a:pt x="0" y="19"/>
                  <a:pt x="2" y="13"/>
                  <a:pt x="7" y="7"/>
                </a:cubicBezTo>
                <a:cubicBezTo>
                  <a:pt x="13" y="2"/>
                  <a:pt x="19" y="0"/>
                  <a:pt x="26" y="0"/>
                </a:cubicBezTo>
                <a:cubicBezTo>
                  <a:pt x="34" y="0"/>
                  <a:pt x="41" y="2"/>
                  <a:pt x="46" y="7"/>
                </a:cubicBezTo>
                <a:cubicBezTo>
                  <a:pt x="51" y="13"/>
                  <a:pt x="54" y="19"/>
                  <a:pt x="54" y="26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3914640" y="665784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6"/>
                </a:moveTo>
                <a:cubicBezTo>
                  <a:pt x="54" y="34"/>
                  <a:pt x="51" y="40"/>
                  <a:pt x="46" y="46"/>
                </a:cubicBezTo>
                <a:cubicBezTo>
                  <a:pt x="41" y="51"/>
                  <a:pt x="35" y="54"/>
                  <a:pt x="27" y="54"/>
                </a:cubicBezTo>
                <a:cubicBezTo>
                  <a:pt x="19" y="54"/>
                  <a:pt x="13" y="51"/>
                  <a:pt x="8" y="46"/>
                </a:cubicBezTo>
                <a:cubicBezTo>
                  <a:pt x="2" y="40"/>
                  <a:pt x="0" y="34"/>
                  <a:pt x="0" y="26"/>
                </a:cubicBezTo>
                <a:cubicBezTo>
                  <a:pt x="0" y="19"/>
                  <a:pt x="2" y="13"/>
                  <a:pt x="8" y="8"/>
                </a:cubicBezTo>
                <a:cubicBezTo>
                  <a:pt x="13" y="2"/>
                  <a:pt x="19" y="0"/>
                  <a:pt x="27" y="0"/>
                </a:cubicBezTo>
                <a:cubicBezTo>
                  <a:pt x="35" y="0"/>
                  <a:pt x="41" y="2"/>
                  <a:pt x="46" y="8"/>
                </a:cubicBezTo>
                <a:cubicBezTo>
                  <a:pt x="51" y="13"/>
                  <a:pt x="54" y="19"/>
                  <a:pt x="54" y="26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4057560" y="660060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7"/>
                </a:moveTo>
                <a:cubicBezTo>
                  <a:pt x="54" y="34"/>
                  <a:pt x="51" y="40"/>
                  <a:pt x="46" y="45"/>
                </a:cubicBezTo>
                <a:cubicBezTo>
                  <a:pt x="41" y="51"/>
                  <a:pt x="34" y="54"/>
                  <a:pt x="26" y="54"/>
                </a:cubicBezTo>
                <a:cubicBezTo>
                  <a:pt x="19" y="54"/>
                  <a:pt x="13" y="51"/>
                  <a:pt x="7" y="45"/>
                </a:cubicBezTo>
                <a:cubicBezTo>
                  <a:pt x="2" y="40"/>
                  <a:pt x="0" y="34"/>
                  <a:pt x="0" y="27"/>
                </a:cubicBezTo>
                <a:cubicBezTo>
                  <a:pt x="0" y="19"/>
                  <a:pt x="2" y="13"/>
                  <a:pt x="7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1" y="3"/>
                  <a:pt x="46" y="8"/>
                </a:cubicBezTo>
                <a:cubicBezTo>
                  <a:pt x="51" y="13"/>
                  <a:pt x="54" y="19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3943080" y="66481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8" y="232"/>
                </a:moveTo>
                <a:cubicBezTo>
                  <a:pt x="-2" y="221"/>
                  <a:pt x="-2" y="204"/>
                  <a:pt x="8" y="193"/>
                </a:cubicBezTo>
                <a:lnTo>
                  <a:pt x="194" y="8"/>
                </a:lnTo>
                <a:cubicBezTo>
                  <a:pt x="205" y="-2"/>
                  <a:pt x="221" y="-2"/>
                  <a:pt x="232" y="8"/>
                </a:cubicBezTo>
                <a:cubicBezTo>
                  <a:pt x="242" y="19"/>
                  <a:pt x="242" y="35"/>
                  <a:pt x="232" y="46"/>
                </a:cubicBezTo>
                <a:lnTo>
                  <a:pt x="45" y="232"/>
                </a:lnTo>
                <a:cubicBezTo>
                  <a:pt x="40" y="237"/>
                  <a:pt x="33" y="240"/>
                  <a:pt x="27" y="240"/>
                </a:cubicBezTo>
                <a:cubicBezTo>
                  <a:pt x="20" y="240"/>
                  <a:pt x="13" y="237"/>
                  <a:pt x="8" y="232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4676760" y="5608800"/>
            <a:ext cx="274392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700" strike="noStrike" u="none">
                <a:solidFill>
                  <a:srgbClr val="666666"/>
                </a:solidFill>
                <a:effectLst/>
                <a:uFillTx/>
                <a:latin typeface="Meiryo"/>
                <a:ea typeface="Meiryo"/>
              </a:rPr>
              <a:t>三井情報株式会社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4203360" y="6408720"/>
            <a:ext cx="426312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14:05 - 14:45</a:t>
            </a:r>
            <a:r>
              <a:rPr b="0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（</a:t>
            </a:r>
            <a:r>
              <a:rPr b="0" lang="en-US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40</a:t>
            </a:r>
            <a:r>
              <a:rPr b="0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分）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11771640" y="6319440"/>
            <a:ext cx="27396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8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2933640" y="2919960"/>
            <a:ext cx="552600" cy="513360"/>
          </a:xfrm>
          <a:custGeom>
            <a:avLst/>
            <a:gdLst/>
            <a:ahLst/>
            <a:rect l="0" t="0" r="r" b="b"/>
            <a:pathLst>
              <a:path w="1535" h="1426">
                <a:moveTo>
                  <a:pt x="768" y="0"/>
                </a:moveTo>
                <a:cubicBezTo>
                  <a:pt x="344" y="0"/>
                  <a:pt x="0" y="263"/>
                  <a:pt x="0" y="587"/>
                </a:cubicBezTo>
                <a:cubicBezTo>
                  <a:pt x="0" y="770"/>
                  <a:pt x="109" y="933"/>
                  <a:pt x="281" y="1041"/>
                </a:cubicBezTo>
                <a:cubicBezTo>
                  <a:pt x="259" y="1137"/>
                  <a:pt x="207" y="1282"/>
                  <a:pt x="85" y="1426"/>
                </a:cubicBezTo>
                <a:cubicBezTo>
                  <a:pt x="331" y="1385"/>
                  <a:pt x="488" y="1268"/>
                  <a:pt x="585" y="1157"/>
                </a:cubicBezTo>
                <a:cubicBezTo>
                  <a:pt x="644" y="1168"/>
                  <a:pt x="705" y="1174"/>
                  <a:pt x="768" y="1174"/>
                </a:cubicBezTo>
                <a:cubicBezTo>
                  <a:pt x="1192" y="1174"/>
                  <a:pt x="1535" y="911"/>
                  <a:pt x="1535" y="587"/>
                </a:cubicBezTo>
                <a:cubicBezTo>
                  <a:pt x="1535" y="263"/>
                  <a:pt x="1192" y="0"/>
                  <a:pt x="768" y="0"/>
                </a:cubicBezTo>
                <a:close/>
              </a:path>
            </a:pathLst>
          </a:custGeom>
          <a:solidFill>
            <a:srgbClr val="bddd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3179160" y="3101040"/>
            <a:ext cx="61560" cy="60480"/>
          </a:xfrm>
          <a:custGeom>
            <a:avLst/>
            <a:gdLst/>
            <a:ahLst/>
            <a:rect l="0" t="0" r="r" b="b"/>
            <a:pathLst>
              <a:path w="171" h="168">
                <a:moveTo>
                  <a:pt x="171" y="84"/>
                </a:moveTo>
                <a:cubicBezTo>
                  <a:pt x="171" y="95"/>
                  <a:pt x="169" y="105"/>
                  <a:pt x="165" y="116"/>
                </a:cubicBezTo>
                <a:cubicBezTo>
                  <a:pt x="160" y="126"/>
                  <a:pt x="154" y="135"/>
                  <a:pt x="146" y="143"/>
                </a:cubicBezTo>
                <a:cubicBezTo>
                  <a:pt x="138" y="151"/>
                  <a:pt x="129" y="158"/>
                  <a:pt x="119" y="162"/>
                </a:cubicBezTo>
                <a:cubicBezTo>
                  <a:pt x="108" y="166"/>
                  <a:pt x="97" y="168"/>
                  <a:pt x="85" y="168"/>
                </a:cubicBezTo>
                <a:cubicBezTo>
                  <a:pt x="74" y="168"/>
                  <a:pt x="63" y="166"/>
                  <a:pt x="52" y="162"/>
                </a:cubicBezTo>
                <a:cubicBezTo>
                  <a:pt x="42" y="158"/>
                  <a:pt x="33" y="151"/>
                  <a:pt x="25" y="143"/>
                </a:cubicBezTo>
                <a:cubicBezTo>
                  <a:pt x="17" y="135"/>
                  <a:pt x="11" y="126"/>
                  <a:pt x="6" y="116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1" y="41"/>
                  <a:pt x="17" y="32"/>
                  <a:pt x="25" y="24"/>
                </a:cubicBezTo>
                <a:cubicBezTo>
                  <a:pt x="33" y="17"/>
                  <a:pt x="42" y="11"/>
                  <a:pt x="52" y="6"/>
                </a:cubicBezTo>
                <a:cubicBezTo>
                  <a:pt x="63" y="2"/>
                  <a:pt x="74" y="0"/>
                  <a:pt x="85" y="0"/>
                </a:cubicBezTo>
                <a:cubicBezTo>
                  <a:pt x="97" y="0"/>
                  <a:pt x="108" y="2"/>
                  <a:pt x="119" y="6"/>
                </a:cubicBezTo>
                <a:cubicBezTo>
                  <a:pt x="129" y="11"/>
                  <a:pt x="138" y="17"/>
                  <a:pt x="146" y="24"/>
                </a:cubicBezTo>
                <a:cubicBezTo>
                  <a:pt x="154" y="32"/>
                  <a:pt x="160" y="41"/>
                  <a:pt x="165" y="52"/>
                </a:cubicBezTo>
                <a:cubicBezTo>
                  <a:pt x="169" y="62"/>
                  <a:pt x="171" y="73"/>
                  <a:pt x="171" y="84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3301920" y="3101040"/>
            <a:ext cx="61560" cy="60480"/>
          </a:xfrm>
          <a:custGeom>
            <a:avLst/>
            <a:gdLst/>
            <a:ahLst/>
            <a:rect l="0" t="0" r="r" b="b"/>
            <a:pathLst>
              <a:path w="171" h="168">
                <a:moveTo>
                  <a:pt x="171" y="84"/>
                </a:moveTo>
                <a:cubicBezTo>
                  <a:pt x="171" y="95"/>
                  <a:pt x="169" y="105"/>
                  <a:pt x="165" y="116"/>
                </a:cubicBezTo>
                <a:cubicBezTo>
                  <a:pt x="160" y="126"/>
                  <a:pt x="154" y="135"/>
                  <a:pt x="146" y="143"/>
                </a:cubicBezTo>
                <a:cubicBezTo>
                  <a:pt x="138" y="151"/>
                  <a:pt x="129" y="158"/>
                  <a:pt x="119" y="162"/>
                </a:cubicBezTo>
                <a:cubicBezTo>
                  <a:pt x="108" y="166"/>
                  <a:pt x="97" y="168"/>
                  <a:pt x="85" y="168"/>
                </a:cubicBezTo>
                <a:cubicBezTo>
                  <a:pt x="74" y="168"/>
                  <a:pt x="63" y="166"/>
                  <a:pt x="52" y="162"/>
                </a:cubicBezTo>
                <a:cubicBezTo>
                  <a:pt x="42" y="158"/>
                  <a:pt x="33" y="151"/>
                  <a:pt x="25" y="143"/>
                </a:cubicBezTo>
                <a:cubicBezTo>
                  <a:pt x="17" y="135"/>
                  <a:pt x="11" y="126"/>
                  <a:pt x="6" y="116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1" y="41"/>
                  <a:pt x="17" y="32"/>
                  <a:pt x="25" y="24"/>
                </a:cubicBezTo>
                <a:cubicBezTo>
                  <a:pt x="33" y="17"/>
                  <a:pt x="42" y="11"/>
                  <a:pt x="52" y="6"/>
                </a:cubicBezTo>
                <a:cubicBezTo>
                  <a:pt x="63" y="2"/>
                  <a:pt x="74" y="0"/>
                  <a:pt x="85" y="0"/>
                </a:cubicBezTo>
                <a:cubicBezTo>
                  <a:pt x="97" y="0"/>
                  <a:pt x="108" y="2"/>
                  <a:pt x="119" y="6"/>
                </a:cubicBezTo>
                <a:cubicBezTo>
                  <a:pt x="129" y="11"/>
                  <a:pt x="138" y="17"/>
                  <a:pt x="146" y="24"/>
                </a:cubicBezTo>
                <a:cubicBezTo>
                  <a:pt x="154" y="32"/>
                  <a:pt x="160" y="41"/>
                  <a:pt x="165" y="52"/>
                </a:cubicBezTo>
                <a:cubicBezTo>
                  <a:pt x="169" y="62"/>
                  <a:pt x="171" y="73"/>
                  <a:pt x="171" y="84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3056400" y="3101040"/>
            <a:ext cx="61560" cy="60480"/>
          </a:xfrm>
          <a:custGeom>
            <a:avLst/>
            <a:gdLst/>
            <a:ahLst/>
            <a:rect l="0" t="0" r="r" b="b"/>
            <a:pathLst>
              <a:path w="171" h="168">
                <a:moveTo>
                  <a:pt x="171" y="84"/>
                </a:moveTo>
                <a:cubicBezTo>
                  <a:pt x="171" y="95"/>
                  <a:pt x="169" y="105"/>
                  <a:pt x="165" y="116"/>
                </a:cubicBezTo>
                <a:cubicBezTo>
                  <a:pt x="160" y="126"/>
                  <a:pt x="154" y="135"/>
                  <a:pt x="146" y="143"/>
                </a:cubicBezTo>
                <a:cubicBezTo>
                  <a:pt x="138" y="151"/>
                  <a:pt x="129" y="158"/>
                  <a:pt x="119" y="162"/>
                </a:cubicBezTo>
                <a:cubicBezTo>
                  <a:pt x="108" y="166"/>
                  <a:pt x="97" y="168"/>
                  <a:pt x="85" y="168"/>
                </a:cubicBezTo>
                <a:cubicBezTo>
                  <a:pt x="74" y="168"/>
                  <a:pt x="63" y="166"/>
                  <a:pt x="52" y="162"/>
                </a:cubicBezTo>
                <a:cubicBezTo>
                  <a:pt x="42" y="158"/>
                  <a:pt x="33" y="151"/>
                  <a:pt x="25" y="143"/>
                </a:cubicBezTo>
                <a:cubicBezTo>
                  <a:pt x="17" y="135"/>
                  <a:pt x="11" y="126"/>
                  <a:pt x="6" y="116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1" y="41"/>
                  <a:pt x="17" y="32"/>
                  <a:pt x="25" y="24"/>
                </a:cubicBezTo>
                <a:cubicBezTo>
                  <a:pt x="33" y="17"/>
                  <a:pt x="42" y="11"/>
                  <a:pt x="52" y="6"/>
                </a:cubicBezTo>
                <a:cubicBezTo>
                  <a:pt x="63" y="2"/>
                  <a:pt x="74" y="0"/>
                  <a:pt x="85" y="0"/>
                </a:cubicBezTo>
                <a:cubicBezTo>
                  <a:pt x="97" y="0"/>
                  <a:pt x="108" y="2"/>
                  <a:pt x="119" y="6"/>
                </a:cubicBezTo>
                <a:cubicBezTo>
                  <a:pt x="129" y="11"/>
                  <a:pt x="138" y="17"/>
                  <a:pt x="146" y="24"/>
                </a:cubicBezTo>
                <a:cubicBezTo>
                  <a:pt x="154" y="32"/>
                  <a:pt x="160" y="41"/>
                  <a:pt x="165" y="52"/>
                </a:cubicBezTo>
                <a:cubicBezTo>
                  <a:pt x="169" y="62"/>
                  <a:pt x="171" y="73"/>
                  <a:pt x="171" y="84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3507840" y="1606680"/>
            <a:ext cx="52603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54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Q&amp;A</a:t>
            </a:r>
            <a:r>
              <a:rPr b="1" lang="ja-JP" sz="54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セッション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752400" y="4086000"/>
            <a:ext cx="114480" cy="114840"/>
          </a:xfrm>
          <a:custGeom>
            <a:avLst/>
            <a:gdLst/>
            <a:ahLst/>
            <a:rect l="0" t="0" r="r" b="b"/>
            <a:pathLst>
              <a:path w="318" h="319">
                <a:moveTo>
                  <a:pt x="318" y="159"/>
                </a:moveTo>
                <a:cubicBezTo>
                  <a:pt x="318" y="169"/>
                  <a:pt x="317" y="180"/>
                  <a:pt x="315" y="190"/>
                </a:cubicBezTo>
                <a:cubicBezTo>
                  <a:pt x="313" y="200"/>
                  <a:pt x="310" y="210"/>
                  <a:pt x="306" y="220"/>
                </a:cubicBezTo>
                <a:cubicBezTo>
                  <a:pt x="302" y="230"/>
                  <a:pt x="297" y="239"/>
                  <a:pt x="291" y="248"/>
                </a:cubicBezTo>
                <a:cubicBezTo>
                  <a:pt x="285" y="257"/>
                  <a:pt x="278" y="265"/>
                  <a:pt x="271" y="272"/>
                </a:cubicBezTo>
                <a:cubicBezTo>
                  <a:pt x="263" y="279"/>
                  <a:pt x="255" y="286"/>
                  <a:pt x="247" y="292"/>
                </a:cubicBezTo>
                <a:cubicBezTo>
                  <a:pt x="238" y="298"/>
                  <a:pt x="229" y="303"/>
                  <a:pt x="219" y="307"/>
                </a:cubicBezTo>
                <a:cubicBezTo>
                  <a:pt x="210" y="311"/>
                  <a:pt x="200" y="314"/>
                  <a:pt x="189" y="316"/>
                </a:cubicBezTo>
                <a:cubicBezTo>
                  <a:pt x="179" y="318"/>
                  <a:pt x="169" y="319"/>
                  <a:pt x="158" y="319"/>
                </a:cubicBezTo>
                <a:cubicBezTo>
                  <a:pt x="148" y="319"/>
                  <a:pt x="138" y="318"/>
                  <a:pt x="127" y="316"/>
                </a:cubicBezTo>
                <a:cubicBezTo>
                  <a:pt x="117" y="314"/>
                  <a:pt x="107" y="311"/>
                  <a:pt x="98" y="307"/>
                </a:cubicBezTo>
                <a:cubicBezTo>
                  <a:pt x="88" y="303"/>
                  <a:pt x="79" y="298"/>
                  <a:pt x="70" y="292"/>
                </a:cubicBezTo>
                <a:cubicBezTo>
                  <a:pt x="62" y="286"/>
                  <a:pt x="54" y="279"/>
                  <a:pt x="46" y="272"/>
                </a:cubicBezTo>
                <a:cubicBezTo>
                  <a:pt x="39" y="265"/>
                  <a:pt x="32" y="257"/>
                  <a:pt x="26" y="248"/>
                </a:cubicBezTo>
                <a:cubicBezTo>
                  <a:pt x="21" y="239"/>
                  <a:pt x="16" y="230"/>
                  <a:pt x="12" y="220"/>
                </a:cubicBezTo>
                <a:cubicBezTo>
                  <a:pt x="8" y="210"/>
                  <a:pt x="5" y="200"/>
                  <a:pt x="3" y="190"/>
                </a:cubicBezTo>
                <a:cubicBezTo>
                  <a:pt x="1" y="180"/>
                  <a:pt x="0" y="169"/>
                  <a:pt x="0" y="159"/>
                </a:cubicBez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cubicBezTo>
                  <a:pt x="169" y="0"/>
                  <a:pt x="179" y="1"/>
                  <a:pt x="189" y="3"/>
                </a:cubicBezTo>
                <a:cubicBezTo>
                  <a:pt x="200" y="5"/>
                  <a:pt x="210" y="8"/>
                  <a:pt x="219" y="12"/>
                </a:cubicBezTo>
                <a:cubicBezTo>
                  <a:pt x="229" y="16"/>
                  <a:pt x="238" y="21"/>
                  <a:pt x="247" y="27"/>
                </a:cubicBezTo>
                <a:cubicBezTo>
                  <a:pt x="255" y="33"/>
                  <a:pt x="263" y="39"/>
                  <a:pt x="271" y="47"/>
                </a:cubicBezTo>
                <a:cubicBezTo>
                  <a:pt x="278" y="54"/>
                  <a:pt x="285" y="62"/>
                  <a:pt x="291" y="71"/>
                </a:cubicBezTo>
                <a:cubicBezTo>
                  <a:pt x="297" y="79"/>
                  <a:pt x="302" y="88"/>
                  <a:pt x="306" y="98"/>
                </a:cubicBezTo>
                <a:cubicBezTo>
                  <a:pt x="310" y="108"/>
                  <a:pt x="313" y="118"/>
                  <a:pt x="315" y="128"/>
                </a:cubicBezTo>
                <a:cubicBezTo>
                  <a:pt x="317" y="138"/>
                  <a:pt x="318" y="148"/>
                  <a:pt x="318" y="15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3511440" y="2818800"/>
            <a:ext cx="566928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 質問にお答えします︕</a:t>
            </a:r>
            <a:endParaRPr b="0" lang="en-US" sz="4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3990960" y="4800240"/>
            <a:ext cx="38160" cy="29160"/>
          </a:xfrm>
          <a:custGeom>
            <a:avLst/>
            <a:gdLst/>
            <a:ahLst/>
            <a:rect l="0" t="0" r="r" b="b"/>
            <a:pathLst>
              <a:path w="106" h="81">
                <a:moveTo>
                  <a:pt x="0" y="0"/>
                </a:moveTo>
                <a:lnTo>
                  <a:pt x="106" y="0"/>
                </a:lnTo>
                <a:lnTo>
                  <a:pt x="106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3952800" y="4762440"/>
            <a:ext cx="186120" cy="105120"/>
          </a:xfrm>
          <a:custGeom>
            <a:avLst/>
            <a:gdLst/>
            <a:ahLst/>
            <a:rect l="0" t="0" r="r" b="b"/>
            <a:pathLst>
              <a:path w="517" h="292">
                <a:moveTo>
                  <a:pt x="265" y="0"/>
                </a:moveTo>
                <a:lnTo>
                  <a:pt x="53" y="0"/>
                </a:lnTo>
                <a:cubicBezTo>
                  <a:pt x="24" y="0"/>
                  <a:pt x="0" y="24"/>
                  <a:pt x="0" y="54"/>
                </a:cubicBezTo>
                <a:cubicBezTo>
                  <a:pt x="0" y="83"/>
                  <a:pt x="24" y="106"/>
                  <a:pt x="53" y="106"/>
                </a:cubicBezTo>
                <a:lnTo>
                  <a:pt x="265" y="106"/>
                </a:lnTo>
                <a:cubicBezTo>
                  <a:pt x="294" y="106"/>
                  <a:pt x="318" y="83"/>
                  <a:pt x="318" y="54"/>
                </a:cubicBezTo>
                <a:cubicBezTo>
                  <a:pt x="318" y="24"/>
                  <a:pt x="294" y="0"/>
                  <a:pt x="265" y="0"/>
                </a:cubicBezTo>
                <a:moveTo>
                  <a:pt x="429" y="279"/>
                </a:moveTo>
                <a:lnTo>
                  <a:pt x="389" y="244"/>
                </a:lnTo>
                <a:cubicBezTo>
                  <a:pt x="367" y="225"/>
                  <a:pt x="365" y="191"/>
                  <a:pt x="384" y="169"/>
                </a:cubicBezTo>
                <a:cubicBezTo>
                  <a:pt x="403" y="147"/>
                  <a:pt x="437" y="145"/>
                  <a:pt x="459" y="164"/>
                </a:cubicBezTo>
                <a:lnTo>
                  <a:pt x="499" y="199"/>
                </a:lnTo>
                <a:cubicBezTo>
                  <a:pt x="521" y="218"/>
                  <a:pt x="523" y="252"/>
                  <a:pt x="504" y="274"/>
                </a:cubicBezTo>
                <a:cubicBezTo>
                  <a:pt x="484" y="296"/>
                  <a:pt x="451" y="298"/>
                  <a:pt x="429" y="279"/>
                </a:cubicBezTo>
                <a:close/>
              </a:path>
            </a:pathLst>
          </a:custGeom>
          <a:solidFill>
            <a:srgbClr val="8899a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3904920" y="4848120"/>
            <a:ext cx="209880" cy="209880"/>
          </a:xfrm>
          <a:custGeom>
            <a:avLst/>
            <a:gdLst/>
            <a:ahLst/>
            <a:rect l="0" t="0" r="r" b="b"/>
            <a:pathLst>
              <a:path w="583" h="583">
                <a:moveTo>
                  <a:pt x="583" y="292"/>
                </a:moveTo>
                <a:cubicBezTo>
                  <a:pt x="583" y="311"/>
                  <a:pt x="582" y="330"/>
                  <a:pt x="578" y="349"/>
                </a:cubicBezTo>
                <a:cubicBezTo>
                  <a:pt x="574" y="367"/>
                  <a:pt x="569" y="386"/>
                  <a:pt x="561" y="403"/>
                </a:cubicBezTo>
                <a:cubicBezTo>
                  <a:pt x="554" y="421"/>
                  <a:pt x="545" y="438"/>
                  <a:pt x="534" y="454"/>
                </a:cubicBezTo>
                <a:cubicBezTo>
                  <a:pt x="524" y="469"/>
                  <a:pt x="512" y="484"/>
                  <a:pt x="497" y="498"/>
                </a:cubicBezTo>
                <a:cubicBezTo>
                  <a:pt x="484" y="511"/>
                  <a:pt x="469" y="523"/>
                  <a:pt x="453" y="534"/>
                </a:cubicBezTo>
                <a:cubicBezTo>
                  <a:pt x="437" y="544"/>
                  <a:pt x="420" y="553"/>
                  <a:pt x="403" y="561"/>
                </a:cubicBezTo>
                <a:cubicBezTo>
                  <a:pt x="385" y="568"/>
                  <a:pt x="367" y="574"/>
                  <a:pt x="348" y="577"/>
                </a:cubicBezTo>
                <a:cubicBezTo>
                  <a:pt x="329" y="581"/>
                  <a:pt x="311" y="583"/>
                  <a:pt x="291" y="583"/>
                </a:cubicBezTo>
                <a:cubicBezTo>
                  <a:pt x="272" y="583"/>
                  <a:pt x="253" y="581"/>
                  <a:pt x="235" y="577"/>
                </a:cubicBezTo>
                <a:cubicBezTo>
                  <a:pt x="216" y="574"/>
                  <a:pt x="198" y="568"/>
                  <a:pt x="180" y="561"/>
                </a:cubicBezTo>
                <a:cubicBezTo>
                  <a:pt x="162" y="553"/>
                  <a:pt x="146" y="544"/>
                  <a:pt x="130" y="534"/>
                </a:cubicBezTo>
                <a:cubicBezTo>
                  <a:pt x="114" y="523"/>
                  <a:pt x="99" y="511"/>
                  <a:pt x="86" y="498"/>
                </a:cubicBezTo>
                <a:cubicBezTo>
                  <a:pt x="72" y="484"/>
                  <a:pt x="60" y="469"/>
                  <a:pt x="49" y="454"/>
                </a:cubicBezTo>
                <a:cubicBezTo>
                  <a:pt x="39" y="438"/>
                  <a:pt x="30" y="421"/>
                  <a:pt x="23" y="403"/>
                </a:cubicBezTo>
                <a:cubicBezTo>
                  <a:pt x="15" y="386"/>
                  <a:pt x="10" y="367"/>
                  <a:pt x="6" y="349"/>
                </a:cubicBezTo>
                <a:cubicBezTo>
                  <a:pt x="2" y="330"/>
                  <a:pt x="0" y="311"/>
                  <a:pt x="0" y="292"/>
                </a:cubicBezTo>
                <a:cubicBezTo>
                  <a:pt x="0" y="273"/>
                  <a:pt x="2" y="254"/>
                  <a:pt x="6" y="235"/>
                </a:cubicBezTo>
                <a:cubicBezTo>
                  <a:pt x="10" y="216"/>
                  <a:pt x="15" y="197"/>
                  <a:pt x="23" y="179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cubicBezTo>
                  <a:pt x="311" y="0"/>
                  <a:pt x="329" y="2"/>
                  <a:pt x="348" y="5"/>
                </a:cubicBezTo>
                <a:cubicBezTo>
                  <a:pt x="367" y="9"/>
                  <a:pt x="385" y="15"/>
                  <a:pt x="403" y="22"/>
                </a:cubicBezTo>
                <a:cubicBezTo>
                  <a:pt x="420" y="29"/>
                  <a:pt x="437" y="38"/>
                  <a:pt x="453" y="49"/>
                </a:cubicBezTo>
                <a:cubicBezTo>
                  <a:pt x="469" y="59"/>
                  <a:pt x="484" y="72"/>
                  <a:pt x="497" y="85"/>
                </a:cubicBezTo>
                <a:cubicBezTo>
                  <a:pt x="512" y="99"/>
                  <a:pt x="524" y="113"/>
                  <a:pt x="534" y="129"/>
                </a:cubicBezTo>
                <a:cubicBezTo>
                  <a:pt x="545" y="145"/>
                  <a:pt x="554" y="162"/>
                  <a:pt x="561" y="179"/>
                </a:cubicBezTo>
                <a:cubicBezTo>
                  <a:pt x="569" y="197"/>
                  <a:pt x="574" y="216"/>
                  <a:pt x="578" y="235"/>
                </a:cubicBezTo>
                <a:cubicBezTo>
                  <a:pt x="582" y="254"/>
                  <a:pt x="583" y="273"/>
                  <a:pt x="583" y="292"/>
                </a:cubicBezTo>
                <a:close/>
              </a:path>
            </a:pathLst>
          </a:custGeom>
          <a:solidFill>
            <a:srgbClr val="f5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3876480" y="4819320"/>
            <a:ext cx="267120" cy="267120"/>
          </a:xfrm>
          <a:custGeom>
            <a:avLst/>
            <a:gdLst/>
            <a:ahLst/>
            <a:rect l="0" t="0" r="r" b="b"/>
            <a:pathLst>
              <a:path w="742" h="742">
                <a:moveTo>
                  <a:pt x="370" y="0"/>
                </a:moveTo>
                <a:cubicBezTo>
                  <a:pt x="166" y="0"/>
                  <a:pt x="0" y="166"/>
                  <a:pt x="0" y="372"/>
                </a:cubicBezTo>
                <a:cubicBezTo>
                  <a:pt x="0" y="576"/>
                  <a:pt x="166" y="742"/>
                  <a:pt x="370" y="742"/>
                </a:cubicBezTo>
                <a:cubicBezTo>
                  <a:pt x="575" y="742"/>
                  <a:pt x="742" y="576"/>
                  <a:pt x="742" y="372"/>
                </a:cubicBezTo>
                <a:cubicBezTo>
                  <a:pt x="742" y="166"/>
                  <a:pt x="575" y="0"/>
                  <a:pt x="370" y="0"/>
                </a:cubicBezTo>
                <a:moveTo>
                  <a:pt x="370" y="663"/>
                </a:moveTo>
                <a:cubicBezTo>
                  <a:pt x="210" y="663"/>
                  <a:pt x="79" y="532"/>
                  <a:pt x="79" y="372"/>
                </a:cubicBezTo>
                <a:cubicBezTo>
                  <a:pt x="79" y="210"/>
                  <a:pt x="210" y="80"/>
                  <a:pt x="370" y="80"/>
                </a:cubicBezTo>
                <a:cubicBezTo>
                  <a:pt x="531" y="80"/>
                  <a:pt x="661" y="210"/>
                  <a:pt x="661" y="372"/>
                </a:cubicBezTo>
                <a:cubicBezTo>
                  <a:pt x="661" y="532"/>
                  <a:pt x="531" y="663"/>
                  <a:pt x="370" y="663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3990960" y="4943160"/>
            <a:ext cx="114480" cy="19440"/>
          </a:xfrm>
          <a:custGeom>
            <a:avLst/>
            <a:gdLst/>
            <a:ahLst/>
            <a:rect l="0" t="0" r="r" b="b"/>
            <a:pathLst>
              <a:path w="318" h="54">
                <a:moveTo>
                  <a:pt x="292" y="54"/>
                </a:moveTo>
                <a:lnTo>
                  <a:pt x="26" y="54"/>
                </a:lnTo>
                <a:cubicBezTo>
                  <a:pt x="11" y="54"/>
                  <a:pt x="0" y="42"/>
                  <a:pt x="0" y="28"/>
                </a:cubicBezTo>
                <a:cubicBezTo>
                  <a:pt x="0" y="12"/>
                  <a:pt x="11" y="0"/>
                  <a:pt x="26" y="0"/>
                </a:cubicBezTo>
                <a:lnTo>
                  <a:pt x="292" y="0"/>
                </a:lnTo>
                <a:cubicBezTo>
                  <a:pt x="306" y="0"/>
                  <a:pt x="318" y="12"/>
                  <a:pt x="318" y="28"/>
                </a:cubicBezTo>
                <a:cubicBezTo>
                  <a:pt x="318" y="42"/>
                  <a:pt x="306" y="54"/>
                  <a:pt x="292" y="54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4000320" y="485748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1" y="41"/>
                  <a:pt x="46" y="46"/>
                </a:cubicBezTo>
                <a:cubicBezTo>
                  <a:pt x="40" y="52"/>
                  <a:pt x="34" y="54"/>
                  <a:pt x="26" y="54"/>
                </a:cubicBezTo>
                <a:cubicBezTo>
                  <a:pt x="19" y="54"/>
                  <a:pt x="13" y="52"/>
                  <a:pt x="8" y="46"/>
                </a:cubicBezTo>
                <a:cubicBezTo>
                  <a:pt x="3" y="41"/>
                  <a:pt x="0" y="35"/>
                  <a:pt x="0" y="28"/>
                </a:cubicBezTo>
                <a:cubicBezTo>
                  <a:pt x="0" y="20"/>
                  <a:pt x="3" y="14"/>
                  <a:pt x="8" y="9"/>
                </a:cubicBezTo>
                <a:cubicBezTo>
                  <a:pt x="13" y="4"/>
                  <a:pt x="19" y="0"/>
                  <a:pt x="26" y="0"/>
                </a:cubicBezTo>
                <a:cubicBezTo>
                  <a:pt x="34" y="0"/>
                  <a:pt x="40" y="4"/>
                  <a:pt x="46" y="9"/>
                </a:cubicBezTo>
                <a:cubicBezTo>
                  <a:pt x="51" y="14"/>
                  <a:pt x="54" y="20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4000320" y="502884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7"/>
                </a:moveTo>
                <a:cubicBezTo>
                  <a:pt x="54" y="34"/>
                  <a:pt x="51" y="41"/>
                  <a:pt x="46" y="47"/>
                </a:cubicBezTo>
                <a:cubicBezTo>
                  <a:pt x="40" y="52"/>
                  <a:pt x="34" y="54"/>
                  <a:pt x="26" y="54"/>
                </a:cubicBezTo>
                <a:cubicBezTo>
                  <a:pt x="19" y="54"/>
                  <a:pt x="13" y="52"/>
                  <a:pt x="8" y="47"/>
                </a:cubicBezTo>
                <a:cubicBezTo>
                  <a:pt x="3" y="41"/>
                  <a:pt x="0" y="34"/>
                  <a:pt x="0" y="27"/>
                </a:cubicBezTo>
                <a:cubicBezTo>
                  <a:pt x="0" y="20"/>
                  <a:pt x="3" y="13"/>
                  <a:pt x="8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0" y="3"/>
                  <a:pt x="46" y="8"/>
                </a:cubicBezTo>
                <a:cubicBezTo>
                  <a:pt x="51" y="13"/>
                  <a:pt x="54" y="20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3943080" y="488628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7"/>
                </a:moveTo>
                <a:cubicBezTo>
                  <a:pt x="54" y="34"/>
                  <a:pt x="52" y="41"/>
                  <a:pt x="46" y="46"/>
                </a:cubicBezTo>
                <a:cubicBezTo>
                  <a:pt x="40" y="51"/>
                  <a:pt x="34" y="54"/>
                  <a:pt x="27" y="54"/>
                </a:cubicBezTo>
                <a:cubicBezTo>
                  <a:pt x="19" y="54"/>
                  <a:pt x="13" y="51"/>
                  <a:pt x="8" y="46"/>
                </a:cubicBezTo>
                <a:cubicBezTo>
                  <a:pt x="3" y="41"/>
                  <a:pt x="0" y="34"/>
                  <a:pt x="0" y="27"/>
                </a:cubicBezTo>
                <a:cubicBezTo>
                  <a:pt x="0" y="19"/>
                  <a:pt x="3" y="13"/>
                  <a:pt x="8" y="7"/>
                </a:cubicBezTo>
                <a:cubicBezTo>
                  <a:pt x="13" y="2"/>
                  <a:pt x="19" y="0"/>
                  <a:pt x="27" y="0"/>
                </a:cubicBezTo>
                <a:cubicBezTo>
                  <a:pt x="34" y="0"/>
                  <a:pt x="40" y="2"/>
                  <a:pt x="46" y="7"/>
                </a:cubicBezTo>
                <a:cubicBezTo>
                  <a:pt x="52" y="13"/>
                  <a:pt x="54" y="19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4057560" y="500040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1" y="41"/>
                  <a:pt x="46" y="46"/>
                </a:cubicBezTo>
                <a:cubicBezTo>
                  <a:pt x="41" y="51"/>
                  <a:pt x="34" y="54"/>
                  <a:pt x="26" y="54"/>
                </a:cubicBezTo>
                <a:cubicBezTo>
                  <a:pt x="19" y="54"/>
                  <a:pt x="13" y="51"/>
                  <a:pt x="7" y="46"/>
                </a:cubicBezTo>
                <a:cubicBezTo>
                  <a:pt x="2" y="41"/>
                  <a:pt x="0" y="35"/>
                  <a:pt x="0" y="28"/>
                </a:cubicBezTo>
                <a:cubicBezTo>
                  <a:pt x="0" y="19"/>
                  <a:pt x="2" y="13"/>
                  <a:pt x="7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1" y="3"/>
                  <a:pt x="46" y="8"/>
                </a:cubicBezTo>
                <a:cubicBezTo>
                  <a:pt x="51" y="13"/>
                  <a:pt x="54" y="19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3914640" y="494316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1" y="41"/>
                  <a:pt x="46" y="47"/>
                </a:cubicBezTo>
                <a:cubicBezTo>
                  <a:pt x="41" y="52"/>
                  <a:pt x="35" y="54"/>
                  <a:pt x="27" y="54"/>
                </a:cubicBezTo>
                <a:cubicBezTo>
                  <a:pt x="19" y="54"/>
                  <a:pt x="13" y="52"/>
                  <a:pt x="8" y="47"/>
                </a:cubicBezTo>
                <a:cubicBezTo>
                  <a:pt x="2" y="41"/>
                  <a:pt x="0" y="35"/>
                  <a:pt x="0" y="28"/>
                </a:cubicBezTo>
                <a:cubicBezTo>
                  <a:pt x="0" y="20"/>
                  <a:pt x="2" y="13"/>
                  <a:pt x="8" y="8"/>
                </a:cubicBezTo>
                <a:cubicBezTo>
                  <a:pt x="13" y="3"/>
                  <a:pt x="19" y="0"/>
                  <a:pt x="27" y="0"/>
                </a:cubicBezTo>
                <a:cubicBezTo>
                  <a:pt x="35" y="0"/>
                  <a:pt x="41" y="3"/>
                  <a:pt x="46" y="8"/>
                </a:cubicBezTo>
                <a:cubicBezTo>
                  <a:pt x="51" y="13"/>
                  <a:pt x="54" y="20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4057560" y="488628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7"/>
                </a:moveTo>
                <a:cubicBezTo>
                  <a:pt x="54" y="34"/>
                  <a:pt x="51" y="41"/>
                  <a:pt x="46" y="46"/>
                </a:cubicBezTo>
                <a:cubicBezTo>
                  <a:pt x="41" y="51"/>
                  <a:pt x="34" y="54"/>
                  <a:pt x="26" y="54"/>
                </a:cubicBezTo>
                <a:cubicBezTo>
                  <a:pt x="19" y="54"/>
                  <a:pt x="13" y="51"/>
                  <a:pt x="7" y="46"/>
                </a:cubicBezTo>
                <a:cubicBezTo>
                  <a:pt x="2" y="41"/>
                  <a:pt x="0" y="34"/>
                  <a:pt x="0" y="27"/>
                </a:cubicBezTo>
                <a:cubicBezTo>
                  <a:pt x="0" y="19"/>
                  <a:pt x="2" y="13"/>
                  <a:pt x="7" y="7"/>
                </a:cubicBezTo>
                <a:cubicBezTo>
                  <a:pt x="13" y="2"/>
                  <a:pt x="19" y="0"/>
                  <a:pt x="26" y="0"/>
                </a:cubicBezTo>
                <a:cubicBezTo>
                  <a:pt x="34" y="0"/>
                  <a:pt x="41" y="2"/>
                  <a:pt x="46" y="7"/>
                </a:cubicBezTo>
                <a:cubicBezTo>
                  <a:pt x="51" y="13"/>
                  <a:pt x="54" y="19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3943080" y="49338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8" y="231"/>
                </a:moveTo>
                <a:cubicBezTo>
                  <a:pt x="-2" y="221"/>
                  <a:pt x="-2" y="203"/>
                  <a:pt x="8" y="193"/>
                </a:cubicBezTo>
                <a:lnTo>
                  <a:pt x="194" y="8"/>
                </a:lnTo>
                <a:cubicBezTo>
                  <a:pt x="205" y="-3"/>
                  <a:pt x="221" y="-3"/>
                  <a:pt x="232" y="8"/>
                </a:cubicBezTo>
                <a:cubicBezTo>
                  <a:pt x="242" y="18"/>
                  <a:pt x="242" y="35"/>
                  <a:pt x="232" y="45"/>
                </a:cubicBezTo>
                <a:lnTo>
                  <a:pt x="45" y="231"/>
                </a:lnTo>
                <a:cubicBezTo>
                  <a:pt x="40" y="236"/>
                  <a:pt x="33" y="239"/>
                  <a:pt x="27" y="239"/>
                </a:cubicBezTo>
                <a:cubicBezTo>
                  <a:pt x="20" y="239"/>
                  <a:pt x="13" y="236"/>
                  <a:pt x="8" y="231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1047600" y="3912480"/>
            <a:ext cx="391428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どんな質問でも⼤歓迎です</a:t>
            </a:r>
            <a:endParaRPr b="0" lang="en-US" sz="25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4203360" y="4703760"/>
            <a:ext cx="426312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14:45 - 15:00</a:t>
            </a:r>
            <a:r>
              <a:rPr b="0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（</a:t>
            </a:r>
            <a:r>
              <a:rPr b="0" lang="en-US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15</a:t>
            </a:r>
            <a:r>
              <a:rPr b="0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分）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11771640" y="6319440"/>
            <a:ext cx="27396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9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4002840" y="1359000"/>
            <a:ext cx="41155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54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セッション②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694440" y="2571120"/>
            <a:ext cx="1039968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Microsoft "Adaptive Cloud" Updates</a:t>
            </a:r>
            <a:endParaRPr b="0" lang="en-US" sz="4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4196160" y="3675240"/>
            <a:ext cx="365760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スピーカー︓⾼添 修 ⽒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3990960" y="5047920"/>
            <a:ext cx="38160" cy="29520"/>
          </a:xfrm>
          <a:custGeom>
            <a:avLst/>
            <a:gdLst/>
            <a:ahLst/>
            <a:rect l="0" t="0" r="r" b="b"/>
            <a:pathLst>
              <a:path w="106" h="82">
                <a:moveTo>
                  <a:pt x="0" y="0"/>
                </a:moveTo>
                <a:lnTo>
                  <a:pt x="106" y="0"/>
                </a:lnTo>
                <a:lnTo>
                  <a:pt x="106" y="82"/>
                </a:lnTo>
                <a:lnTo>
                  <a:pt x="0" y="82"/>
                </a:lnTo>
                <a:lnTo>
                  <a:pt x="0" y="0"/>
                </a:ln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3952800" y="5010120"/>
            <a:ext cx="186120" cy="105120"/>
          </a:xfrm>
          <a:custGeom>
            <a:avLst/>
            <a:gdLst/>
            <a:ahLst/>
            <a:rect l="0" t="0" r="r" b="b"/>
            <a:pathLst>
              <a:path w="517" h="292">
                <a:moveTo>
                  <a:pt x="265" y="0"/>
                </a:moveTo>
                <a:lnTo>
                  <a:pt x="53" y="0"/>
                </a:lnTo>
                <a:cubicBezTo>
                  <a:pt x="24" y="0"/>
                  <a:pt x="0" y="23"/>
                  <a:pt x="0" y="52"/>
                </a:cubicBezTo>
                <a:cubicBezTo>
                  <a:pt x="0" y="82"/>
                  <a:pt x="24" y="105"/>
                  <a:pt x="53" y="105"/>
                </a:cubicBezTo>
                <a:lnTo>
                  <a:pt x="265" y="105"/>
                </a:lnTo>
                <a:cubicBezTo>
                  <a:pt x="294" y="105"/>
                  <a:pt x="318" y="82"/>
                  <a:pt x="318" y="52"/>
                </a:cubicBezTo>
                <a:cubicBezTo>
                  <a:pt x="318" y="23"/>
                  <a:pt x="294" y="0"/>
                  <a:pt x="265" y="0"/>
                </a:cubicBezTo>
                <a:moveTo>
                  <a:pt x="429" y="279"/>
                </a:moveTo>
                <a:lnTo>
                  <a:pt x="389" y="244"/>
                </a:lnTo>
                <a:cubicBezTo>
                  <a:pt x="367" y="225"/>
                  <a:pt x="365" y="190"/>
                  <a:pt x="384" y="168"/>
                </a:cubicBezTo>
                <a:cubicBezTo>
                  <a:pt x="403" y="146"/>
                  <a:pt x="437" y="144"/>
                  <a:pt x="459" y="163"/>
                </a:cubicBezTo>
                <a:lnTo>
                  <a:pt x="499" y="199"/>
                </a:lnTo>
                <a:cubicBezTo>
                  <a:pt x="521" y="218"/>
                  <a:pt x="523" y="252"/>
                  <a:pt x="504" y="274"/>
                </a:cubicBezTo>
                <a:cubicBezTo>
                  <a:pt x="484" y="296"/>
                  <a:pt x="451" y="298"/>
                  <a:pt x="429" y="279"/>
                </a:cubicBezTo>
                <a:close/>
              </a:path>
            </a:pathLst>
          </a:custGeom>
          <a:solidFill>
            <a:srgbClr val="8899a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3904920" y="5095800"/>
            <a:ext cx="209880" cy="209880"/>
          </a:xfrm>
          <a:custGeom>
            <a:avLst/>
            <a:gdLst/>
            <a:ahLst/>
            <a:rect l="0" t="0" r="r" b="b"/>
            <a:pathLst>
              <a:path w="583" h="583">
                <a:moveTo>
                  <a:pt x="583" y="292"/>
                </a:moveTo>
                <a:cubicBezTo>
                  <a:pt x="583" y="311"/>
                  <a:pt x="582" y="330"/>
                  <a:pt x="578" y="349"/>
                </a:cubicBezTo>
                <a:cubicBezTo>
                  <a:pt x="574" y="367"/>
                  <a:pt x="569" y="385"/>
                  <a:pt x="561" y="403"/>
                </a:cubicBezTo>
                <a:cubicBezTo>
                  <a:pt x="554" y="421"/>
                  <a:pt x="545" y="438"/>
                  <a:pt x="534" y="453"/>
                </a:cubicBezTo>
                <a:cubicBezTo>
                  <a:pt x="524" y="469"/>
                  <a:pt x="512" y="484"/>
                  <a:pt x="497" y="498"/>
                </a:cubicBezTo>
                <a:cubicBezTo>
                  <a:pt x="484" y="511"/>
                  <a:pt x="469" y="523"/>
                  <a:pt x="453" y="534"/>
                </a:cubicBezTo>
                <a:cubicBezTo>
                  <a:pt x="437" y="544"/>
                  <a:pt x="420" y="553"/>
                  <a:pt x="403" y="561"/>
                </a:cubicBezTo>
                <a:cubicBezTo>
                  <a:pt x="385" y="568"/>
                  <a:pt x="367" y="573"/>
                  <a:pt x="348" y="577"/>
                </a:cubicBezTo>
                <a:cubicBezTo>
                  <a:pt x="329" y="581"/>
                  <a:pt x="311" y="583"/>
                  <a:pt x="291" y="583"/>
                </a:cubicBezTo>
                <a:cubicBezTo>
                  <a:pt x="272" y="583"/>
                  <a:pt x="253" y="581"/>
                  <a:pt x="235" y="577"/>
                </a:cubicBezTo>
                <a:cubicBezTo>
                  <a:pt x="216" y="573"/>
                  <a:pt x="198" y="568"/>
                  <a:pt x="180" y="561"/>
                </a:cubicBezTo>
                <a:cubicBezTo>
                  <a:pt x="162" y="553"/>
                  <a:pt x="146" y="544"/>
                  <a:pt x="130" y="534"/>
                </a:cubicBezTo>
                <a:cubicBezTo>
                  <a:pt x="114" y="523"/>
                  <a:pt x="99" y="511"/>
                  <a:pt x="86" y="498"/>
                </a:cubicBezTo>
                <a:cubicBezTo>
                  <a:pt x="72" y="484"/>
                  <a:pt x="60" y="469"/>
                  <a:pt x="49" y="453"/>
                </a:cubicBezTo>
                <a:cubicBezTo>
                  <a:pt x="39" y="438"/>
                  <a:pt x="30" y="421"/>
                  <a:pt x="23" y="403"/>
                </a:cubicBezTo>
                <a:cubicBezTo>
                  <a:pt x="15" y="385"/>
                  <a:pt x="10" y="367"/>
                  <a:pt x="6" y="349"/>
                </a:cubicBezTo>
                <a:cubicBezTo>
                  <a:pt x="2" y="330"/>
                  <a:pt x="0" y="311"/>
                  <a:pt x="0" y="292"/>
                </a:cubicBezTo>
                <a:cubicBezTo>
                  <a:pt x="0" y="273"/>
                  <a:pt x="2" y="254"/>
                  <a:pt x="6" y="235"/>
                </a:cubicBezTo>
                <a:cubicBezTo>
                  <a:pt x="10" y="216"/>
                  <a:pt x="15" y="198"/>
                  <a:pt x="23" y="180"/>
                </a:cubicBezTo>
                <a:cubicBezTo>
                  <a:pt x="30" y="163"/>
                  <a:pt x="39" y="146"/>
                  <a:pt x="49" y="130"/>
                </a:cubicBezTo>
                <a:cubicBezTo>
                  <a:pt x="60" y="114"/>
                  <a:pt x="72" y="98"/>
                  <a:pt x="86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cubicBezTo>
                  <a:pt x="311" y="0"/>
                  <a:pt x="329" y="2"/>
                  <a:pt x="348" y="5"/>
                </a:cubicBezTo>
                <a:cubicBezTo>
                  <a:pt x="367" y="9"/>
                  <a:pt x="385" y="15"/>
                  <a:pt x="403" y="22"/>
                </a:cubicBezTo>
                <a:cubicBezTo>
                  <a:pt x="420" y="29"/>
                  <a:pt x="437" y="38"/>
                  <a:pt x="453" y="49"/>
                </a:cubicBezTo>
                <a:cubicBezTo>
                  <a:pt x="469" y="59"/>
                  <a:pt x="484" y="71"/>
                  <a:pt x="497" y="85"/>
                </a:cubicBezTo>
                <a:cubicBezTo>
                  <a:pt x="512" y="98"/>
                  <a:pt x="524" y="114"/>
                  <a:pt x="534" y="130"/>
                </a:cubicBezTo>
                <a:cubicBezTo>
                  <a:pt x="545" y="146"/>
                  <a:pt x="554" y="163"/>
                  <a:pt x="561" y="180"/>
                </a:cubicBezTo>
                <a:cubicBezTo>
                  <a:pt x="569" y="198"/>
                  <a:pt x="574" y="216"/>
                  <a:pt x="578" y="235"/>
                </a:cubicBezTo>
                <a:cubicBezTo>
                  <a:pt x="582" y="254"/>
                  <a:pt x="583" y="273"/>
                  <a:pt x="583" y="292"/>
                </a:cubicBezTo>
                <a:close/>
              </a:path>
            </a:pathLst>
          </a:custGeom>
          <a:solidFill>
            <a:srgbClr val="f5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3876480" y="5067000"/>
            <a:ext cx="267120" cy="267120"/>
          </a:xfrm>
          <a:custGeom>
            <a:avLst/>
            <a:gdLst/>
            <a:ahLst/>
            <a:rect l="0" t="0" r="r" b="b"/>
            <a:pathLst>
              <a:path w="742" h="742">
                <a:moveTo>
                  <a:pt x="370" y="0"/>
                </a:moveTo>
                <a:cubicBezTo>
                  <a:pt x="166" y="0"/>
                  <a:pt x="0" y="166"/>
                  <a:pt x="0" y="372"/>
                </a:cubicBezTo>
                <a:cubicBezTo>
                  <a:pt x="0" y="576"/>
                  <a:pt x="166" y="742"/>
                  <a:pt x="370" y="742"/>
                </a:cubicBezTo>
                <a:cubicBezTo>
                  <a:pt x="575" y="742"/>
                  <a:pt x="742" y="576"/>
                  <a:pt x="742" y="372"/>
                </a:cubicBezTo>
                <a:cubicBezTo>
                  <a:pt x="742" y="166"/>
                  <a:pt x="575" y="0"/>
                  <a:pt x="370" y="0"/>
                </a:cubicBezTo>
                <a:moveTo>
                  <a:pt x="370" y="663"/>
                </a:moveTo>
                <a:cubicBezTo>
                  <a:pt x="210" y="663"/>
                  <a:pt x="79" y="532"/>
                  <a:pt x="79" y="372"/>
                </a:cubicBezTo>
                <a:cubicBezTo>
                  <a:pt x="79" y="210"/>
                  <a:pt x="210" y="80"/>
                  <a:pt x="370" y="80"/>
                </a:cubicBezTo>
                <a:cubicBezTo>
                  <a:pt x="531" y="80"/>
                  <a:pt x="661" y="210"/>
                  <a:pt x="661" y="372"/>
                </a:cubicBezTo>
                <a:cubicBezTo>
                  <a:pt x="661" y="532"/>
                  <a:pt x="531" y="663"/>
                  <a:pt x="370" y="663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3990960" y="5190840"/>
            <a:ext cx="114480" cy="19440"/>
          </a:xfrm>
          <a:custGeom>
            <a:avLst/>
            <a:gdLst/>
            <a:ahLst/>
            <a:rect l="0" t="0" r="r" b="b"/>
            <a:pathLst>
              <a:path w="318" h="54">
                <a:moveTo>
                  <a:pt x="292" y="54"/>
                </a:moveTo>
                <a:lnTo>
                  <a:pt x="26" y="54"/>
                </a:lnTo>
                <a:cubicBezTo>
                  <a:pt x="11" y="54"/>
                  <a:pt x="0" y="42"/>
                  <a:pt x="0" y="28"/>
                </a:cubicBezTo>
                <a:cubicBezTo>
                  <a:pt x="0" y="13"/>
                  <a:pt x="11" y="0"/>
                  <a:pt x="26" y="0"/>
                </a:cubicBezTo>
                <a:lnTo>
                  <a:pt x="292" y="0"/>
                </a:lnTo>
                <a:cubicBezTo>
                  <a:pt x="306" y="0"/>
                  <a:pt x="318" y="13"/>
                  <a:pt x="318" y="28"/>
                </a:cubicBezTo>
                <a:cubicBezTo>
                  <a:pt x="318" y="42"/>
                  <a:pt x="306" y="54"/>
                  <a:pt x="292" y="54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4000320" y="510516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7"/>
                </a:moveTo>
                <a:cubicBezTo>
                  <a:pt x="54" y="34"/>
                  <a:pt x="51" y="40"/>
                  <a:pt x="46" y="46"/>
                </a:cubicBezTo>
                <a:cubicBezTo>
                  <a:pt x="40" y="51"/>
                  <a:pt x="34" y="54"/>
                  <a:pt x="26" y="54"/>
                </a:cubicBezTo>
                <a:cubicBezTo>
                  <a:pt x="19" y="54"/>
                  <a:pt x="13" y="51"/>
                  <a:pt x="8" y="46"/>
                </a:cubicBezTo>
                <a:cubicBezTo>
                  <a:pt x="3" y="40"/>
                  <a:pt x="0" y="34"/>
                  <a:pt x="0" y="27"/>
                </a:cubicBezTo>
                <a:cubicBezTo>
                  <a:pt x="0" y="19"/>
                  <a:pt x="3" y="13"/>
                  <a:pt x="8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0" y="3"/>
                  <a:pt x="46" y="8"/>
                </a:cubicBezTo>
                <a:cubicBezTo>
                  <a:pt x="51" y="13"/>
                  <a:pt x="54" y="19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4000320" y="527652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7"/>
                </a:moveTo>
                <a:cubicBezTo>
                  <a:pt x="54" y="35"/>
                  <a:pt x="51" y="41"/>
                  <a:pt x="46" y="47"/>
                </a:cubicBezTo>
                <a:cubicBezTo>
                  <a:pt x="40" y="52"/>
                  <a:pt x="34" y="54"/>
                  <a:pt x="26" y="54"/>
                </a:cubicBezTo>
                <a:cubicBezTo>
                  <a:pt x="19" y="54"/>
                  <a:pt x="13" y="52"/>
                  <a:pt x="8" y="47"/>
                </a:cubicBezTo>
                <a:cubicBezTo>
                  <a:pt x="3" y="41"/>
                  <a:pt x="0" y="35"/>
                  <a:pt x="0" y="27"/>
                </a:cubicBezTo>
                <a:cubicBezTo>
                  <a:pt x="0" y="20"/>
                  <a:pt x="3" y="13"/>
                  <a:pt x="8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0" y="3"/>
                  <a:pt x="46" y="8"/>
                </a:cubicBezTo>
                <a:cubicBezTo>
                  <a:pt x="51" y="13"/>
                  <a:pt x="54" y="20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3943080" y="5133960"/>
            <a:ext cx="19440" cy="19080"/>
          </a:xfrm>
          <a:custGeom>
            <a:avLst/>
            <a:gdLst/>
            <a:ahLst/>
            <a:rect l="0" t="0" r="r" b="b"/>
            <a:pathLst>
              <a:path w="54" h="53">
                <a:moveTo>
                  <a:pt x="54" y="27"/>
                </a:moveTo>
                <a:cubicBezTo>
                  <a:pt x="54" y="34"/>
                  <a:pt x="52" y="41"/>
                  <a:pt x="46" y="46"/>
                </a:cubicBezTo>
                <a:cubicBezTo>
                  <a:pt x="40" y="51"/>
                  <a:pt x="34" y="53"/>
                  <a:pt x="27" y="53"/>
                </a:cubicBezTo>
                <a:cubicBezTo>
                  <a:pt x="19" y="53"/>
                  <a:pt x="13" y="51"/>
                  <a:pt x="8" y="46"/>
                </a:cubicBezTo>
                <a:cubicBezTo>
                  <a:pt x="3" y="41"/>
                  <a:pt x="0" y="34"/>
                  <a:pt x="0" y="27"/>
                </a:cubicBezTo>
                <a:cubicBezTo>
                  <a:pt x="0" y="20"/>
                  <a:pt x="3" y="12"/>
                  <a:pt x="8" y="7"/>
                </a:cubicBezTo>
                <a:cubicBezTo>
                  <a:pt x="13" y="2"/>
                  <a:pt x="19" y="0"/>
                  <a:pt x="27" y="0"/>
                </a:cubicBezTo>
                <a:cubicBezTo>
                  <a:pt x="34" y="0"/>
                  <a:pt x="40" y="2"/>
                  <a:pt x="46" y="7"/>
                </a:cubicBezTo>
                <a:cubicBezTo>
                  <a:pt x="52" y="12"/>
                  <a:pt x="54" y="20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4057560" y="524808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7"/>
                </a:moveTo>
                <a:cubicBezTo>
                  <a:pt x="54" y="35"/>
                  <a:pt x="51" y="41"/>
                  <a:pt x="46" y="46"/>
                </a:cubicBezTo>
                <a:cubicBezTo>
                  <a:pt x="41" y="51"/>
                  <a:pt x="34" y="54"/>
                  <a:pt x="26" y="54"/>
                </a:cubicBezTo>
                <a:cubicBezTo>
                  <a:pt x="19" y="54"/>
                  <a:pt x="13" y="51"/>
                  <a:pt x="7" y="46"/>
                </a:cubicBezTo>
                <a:cubicBezTo>
                  <a:pt x="2" y="41"/>
                  <a:pt x="0" y="35"/>
                  <a:pt x="0" y="27"/>
                </a:cubicBezTo>
                <a:cubicBezTo>
                  <a:pt x="0" y="20"/>
                  <a:pt x="2" y="14"/>
                  <a:pt x="7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1" y="3"/>
                  <a:pt x="46" y="8"/>
                </a:cubicBezTo>
                <a:cubicBezTo>
                  <a:pt x="51" y="14"/>
                  <a:pt x="54" y="20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3914640" y="519084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1" y="41"/>
                  <a:pt x="46" y="46"/>
                </a:cubicBezTo>
                <a:cubicBezTo>
                  <a:pt x="41" y="52"/>
                  <a:pt x="35" y="54"/>
                  <a:pt x="27" y="54"/>
                </a:cubicBezTo>
                <a:cubicBezTo>
                  <a:pt x="19" y="54"/>
                  <a:pt x="13" y="52"/>
                  <a:pt x="8" y="46"/>
                </a:cubicBezTo>
                <a:cubicBezTo>
                  <a:pt x="2" y="41"/>
                  <a:pt x="0" y="35"/>
                  <a:pt x="0" y="28"/>
                </a:cubicBezTo>
                <a:cubicBezTo>
                  <a:pt x="0" y="20"/>
                  <a:pt x="2" y="14"/>
                  <a:pt x="8" y="8"/>
                </a:cubicBezTo>
                <a:cubicBezTo>
                  <a:pt x="13" y="3"/>
                  <a:pt x="19" y="0"/>
                  <a:pt x="27" y="0"/>
                </a:cubicBezTo>
                <a:cubicBezTo>
                  <a:pt x="35" y="0"/>
                  <a:pt x="41" y="3"/>
                  <a:pt x="46" y="8"/>
                </a:cubicBezTo>
                <a:cubicBezTo>
                  <a:pt x="51" y="14"/>
                  <a:pt x="54" y="20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4057560" y="5133960"/>
            <a:ext cx="19440" cy="19080"/>
          </a:xfrm>
          <a:custGeom>
            <a:avLst/>
            <a:gdLst/>
            <a:ahLst/>
            <a:rect l="0" t="0" r="r" b="b"/>
            <a:pathLst>
              <a:path w="54" h="53">
                <a:moveTo>
                  <a:pt x="54" y="27"/>
                </a:moveTo>
                <a:cubicBezTo>
                  <a:pt x="54" y="34"/>
                  <a:pt x="51" y="41"/>
                  <a:pt x="46" y="46"/>
                </a:cubicBezTo>
                <a:cubicBezTo>
                  <a:pt x="41" y="51"/>
                  <a:pt x="34" y="53"/>
                  <a:pt x="26" y="53"/>
                </a:cubicBezTo>
                <a:cubicBezTo>
                  <a:pt x="19" y="53"/>
                  <a:pt x="13" y="51"/>
                  <a:pt x="7" y="46"/>
                </a:cubicBezTo>
                <a:cubicBezTo>
                  <a:pt x="2" y="41"/>
                  <a:pt x="0" y="34"/>
                  <a:pt x="0" y="27"/>
                </a:cubicBezTo>
                <a:cubicBezTo>
                  <a:pt x="0" y="20"/>
                  <a:pt x="2" y="12"/>
                  <a:pt x="7" y="7"/>
                </a:cubicBezTo>
                <a:cubicBezTo>
                  <a:pt x="13" y="2"/>
                  <a:pt x="19" y="0"/>
                  <a:pt x="26" y="0"/>
                </a:cubicBezTo>
                <a:cubicBezTo>
                  <a:pt x="34" y="0"/>
                  <a:pt x="41" y="2"/>
                  <a:pt x="46" y="7"/>
                </a:cubicBezTo>
                <a:cubicBezTo>
                  <a:pt x="51" y="12"/>
                  <a:pt x="54" y="20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3943080" y="51814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8" y="231"/>
                </a:moveTo>
                <a:cubicBezTo>
                  <a:pt x="-2" y="221"/>
                  <a:pt x="-2" y="204"/>
                  <a:pt x="8" y="194"/>
                </a:cubicBezTo>
                <a:lnTo>
                  <a:pt x="194" y="9"/>
                </a:lnTo>
                <a:cubicBezTo>
                  <a:pt x="205" y="-3"/>
                  <a:pt x="221" y="-3"/>
                  <a:pt x="232" y="9"/>
                </a:cubicBezTo>
                <a:cubicBezTo>
                  <a:pt x="242" y="19"/>
                  <a:pt x="242" y="36"/>
                  <a:pt x="232" y="46"/>
                </a:cubicBezTo>
                <a:lnTo>
                  <a:pt x="45" y="231"/>
                </a:lnTo>
                <a:cubicBezTo>
                  <a:pt x="40" y="236"/>
                  <a:pt x="33" y="239"/>
                  <a:pt x="27" y="239"/>
                </a:cubicBezTo>
                <a:cubicBezTo>
                  <a:pt x="20" y="239"/>
                  <a:pt x="13" y="236"/>
                  <a:pt x="8" y="231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3789720" y="4141800"/>
            <a:ext cx="445860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700" strike="noStrike" u="none">
                <a:solidFill>
                  <a:srgbClr val="666666"/>
                </a:solidFill>
                <a:effectLst/>
                <a:uFillTx/>
                <a:latin typeface="Meiryo"/>
                <a:ea typeface="Meiryo"/>
              </a:rPr>
              <a:t>⽇本マイクロソフト株式会社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4203360" y="4942080"/>
            <a:ext cx="426312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15:00 - 15:20</a:t>
            </a:r>
            <a:r>
              <a:rPr b="0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（</a:t>
            </a:r>
            <a:r>
              <a:rPr b="0" lang="en-US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20</a:t>
            </a:r>
            <a:r>
              <a:rPr b="0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分）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11589120" y="6319440"/>
            <a:ext cx="34164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10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2933640" y="2919960"/>
            <a:ext cx="552600" cy="513360"/>
          </a:xfrm>
          <a:custGeom>
            <a:avLst/>
            <a:gdLst/>
            <a:ahLst/>
            <a:rect l="0" t="0" r="r" b="b"/>
            <a:pathLst>
              <a:path w="1535" h="1426">
                <a:moveTo>
                  <a:pt x="768" y="0"/>
                </a:moveTo>
                <a:cubicBezTo>
                  <a:pt x="344" y="0"/>
                  <a:pt x="0" y="263"/>
                  <a:pt x="0" y="587"/>
                </a:cubicBezTo>
                <a:cubicBezTo>
                  <a:pt x="0" y="770"/>
                  <a:pt x="109" y="933"/>
                  <a:pt x="281" y="1041"/>
                </a:cubicBezTo>
                <a:cubicBezTo>
                  <a:pt x="259" y="1137"/>
                  <a:pt x="207" y="1282"/>
                  <a:pt x="85" y="1426"/>
                </a:cubicBezTo>
                <a:cubicBezTo>
                  <a:pt x="331" y="1385"/>
                  <a:pt x="488" y="1268"/>
                  <a:pt x="585" y="1157"/>
                </a:cubicBezTo>
                <a:cubicBezTo>
                  <a:pt x="644" y="1168"/>
                  <a:pt x="705" y="1174"/>
                  <a:pt x="768" y="1174"/>
                </a:cubicBezTo>
                <a:cubicBezTo>
                  <a:pt x="1192" y="1174"/>
                  <a:pt x="1535" y="911"/>
                  <a:pt x="1535" y="587"/>
                </a:cubicBezTo>
                <a:cubicBezTo>
                  <a:pt x="1535" y="263"/>
                  <a:pt x="1192" y="0"/>
                  <a:pt x="768" y="0"/>
                </a:cubicBezTo>
                <a:close/>
              </a:path>
            </a:pathLst>
          </a:custGeom>
          <a:solidFill>
            <a:srgbClr val="bddd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3179160" y="3101040"/>
            <a:ext cx="61560" cy="60480"/>
          </a:xfrm>
          <a:custGeom>
            <a:avLst/>
            <a:gdLst/>
            <a:ahLst/>
            <a:rect l="0" t="0" r="r" b="b"/>
            <a:pathLst>
              <a:path w="171" h="168">
                <a:moveTo>
                  <a:pt x="171" y="84"/>
                </a:moveTo>
                <a:cubicBezTo>
                  <a:pt x="171" y="95"/>
                  <a:pt x="169" y="105"/>
                  <a:pt x="165" y="116"/>
                </a:cubicBezTo>
                <a:cubicBezTo>
                  <a:pt x="160" y="126"/>
                  <a:pt x="154" y="135"/>
                  <a:pt x="146" y="143"/>
                </a:cubicBezTo>
                <a:cubicBezTo>
                  <a:pt x="138" y="151"/>
                  <a:pt x="129" y="158"/>
                  <a:pt x="119" y="162"/>
                </a:cubicBezTo>
                <a:cubicBezTo>
                  <a:pt x="108" y="166"/>
                  <a:pt x="97" y="168"/>
                  <a:pt x="85" y="168"/>
                </a:cubicBezTo>
                <a:cubicBezTo>
                  <a:pt x="74" y="168"/>
                  <a:pt x="63" y="166"/>
                  <a:pt x="52" y="162"/>
                </a:cubicBezTo>
                <a:cubicBezTo>
                  <a:pt x="42" y="158"/>
                  <a:pt x="33" y="151"/>
                  <a:pt x="25" y="143"/>
                </a:cubicBezTo>
                <a:cubicBezTo>
                  <a:pt x="17" y="135"/>
                  <a:pt x="11" y="126"/>
                  <a:pt x="6" y="116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1" y="41"/>
                  <a:pt x="17" y="32"/>
                  <a:pt x="25" y="24"/>
                </a:cubicBezTo>
                <a:cubicBezTo>
                  <a:pt x="33" y="17"/>
                  <a:pt x="42" y="11"/>
                  <a:pt x="52" y="6"/>
                </a:cubicBezTo>
                <a:cubicBezTo>
                  <a:pt x="63" y="2"/>
                  <a:pt x="74" y="0"/>
                  <a:pt x="85" y="0"/>
                </a:cubicBezTo>
                <a:cubicBezTo>
                  <a:pt x="97" y="0"/>
                  <a:pt x="108" y="2"/>
                  <a:pt x="119" y="6"/>
                </a:cubicBezTo>
                <a:cubicBezTo>
                  <a:pt x="129" y="11"/>
                  <a:pt x="138" y="17"/>
                  <a:pt x="146" y="24"/>
                </a:cubicBezTo>
                <a:cubicBezTo>
                  <a:pt x="154" y="32"/>
                  <a:pt x="160" y="41"/>
                  <a:pt x="165" y="52"/>
                </a:cubicBezTo>
                <a:cubicBezTo>
                  <a:pt x="169" y="62"/>
                  <a:pt x="171" y="73"/>
                  <a:pt x="171" y="84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3301920" y="3101040"/>
            <a:ext cx="61560" cy="60480"/>
          </a:xfrm>
          <a:custGeom>
            <a:avLst/>
            <a:gdLst/>
            <a:ahLst/>
            <a:rect l="0" t="0" r="r" b="b"/>
            <a:pathLst>
              <a:path w="171" h="168">
                <a:moveTo>
                  <a:pt x="171" y="84"/>
                </a:moveTo>
                <a:cubicBezTo>
                  <a:pt x="171" y="95"/>
                  <a:pt x="169" y="105"/>
                  <a:pt x="165" y="116"/>
                </a:cubicBezTo>
                <a:cubicBezTo>
                  <a:pt x="160" y="126"/>
                  <a:pt x="154" y="135"/>
                  <a:pt x="146" y="143"/>
                </a:cubicBezTo>
                <a:cubicBezTo>
                  <a:pt x="138" y="151"/>
                  <a:pt x="129" y="158"/>
                  <a:pt x="119" y="162"/>
                </a:cubicBezTo>
                <a:cubicBezTo>
                  <a:pt x="108" y="166"/>
                  <a:pt x="97" y="168"/>
                  <a:pt x="85" y="168"/>
                </a:cubicBezTo>
                <a:cubicBezTo>
                  <a:pt x="74" y="168"/>
                  <a:pt x="63" y="166"/>
                  <a:pt x="52" y="162"/>
                </a:cubicBezTo>
                <a:cubicBezTo>
                  <a:pt x="42" y="158"/>
                  <a:pt x="33" y="151"/>
                  <a:pt x="25" y="143"/>
                </a:cubicBezTo>
                <a:cubicBezTo>
                  <a:pt x="17" y="135"/>
                  <a:pt x="11" y="126"/>
                  <a:pt x="6" y="116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1" y="41"/>
                  <a:pt x="17" y="32"/>
                  <a:pt x="25" y="24"/>
                </a:cubicBezTo>
                <a:cubicBezTo>
                  <a:pt x="33" y="17"/>
                  <a:pt x="42" y="11"/>
                  <a:pt x="52" y="6"/>
                </a:cubicBezTo>
                <a:cubicBezTo>
                  <a:pt x="63" y="2"/>
                  <a:pt x="74" y="0"/>
                  <a:pt x="85" y="0"/>
                </a:cubicBezTo>
                <a:cubicBezTo>
                  <a:pt x="97" y="0"/>
                  <a:pt x="108" y="2"/>
                  <a:pt x="119" y="6"/>
                </a:cubicBezTo>
                <a:cubicBezTo>
                  <a:pt x="129" y="11"/>
                  <a:pt x="138" y="17"/>
                  <a:pt x="146" y="24"/>
                </a:cubicBezTo>
                <a:cubicBezTo>
                  <a:pt x="154" y="32"/>
                  <a:pt x="160" y="41"/>
                  <a:pt x="165" y="52"/>
                </a:cubicBezTo>
                <a:cubicBezTo>
                  <a:pt x="169" y="62"/>
                  <a:pt x="171" y="73"/>
                  <a:pt x="171" y="84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3056400" y="3101040"/>
            <a:ext cx="61560" cy="60480"/>
          </a:xfrm>
          <a:custGeom>
            <a:avLst/>
            <a:gdLst/>
            <a:ahLst/>
            <a:rect l="0" t="0" r="r" b="b"/>
            <a:pathLst>
              <a:path w="171" h="168">
                <a:moveTo>
                  <a:pt x="171" y="84"/>
                </a:moveTo>
                <a:cubicBezTo>
                  <a:pt x="171" y="95"/>
                  <a:pt x="169" y="105"/>
                  <a:pt x="165" y="116"/>
                </a:cubicBezTo>
                <a:cubicBezTo>
                  <a:pt x="160" y="126"/>
                  <a:pt x="154" y="135"/>
                  <a:pt x="146" y="143"/>
                </a:cubicBezTo>
                <a:cubicBezTo>
                  <a:pt x="138" y="151"/>
                  <a:pt x="129" y="158"/>
                  <a:pt x="119" y="162"/>
                </a:cubicBezTo>
                <a:cubicBezTo>
                  <a:pt x="108" y="166"/>
                  <a:pt x="97" y="168"/>
                  <a:pt x="85" y="168"/>
                </a:cubicBezTo>
                <a:cubicBezTo>
                  <a:pt x="74" y="168"/>
                  <a:pt x="63" y="166"/>
                  <a:pt x="52" y="162"/>
                </a:cubicBezTo>
                <a:cubicBezTo>
                  <a:pt x="42" y="158"/>
                  <a:pt x="33" y="151"/>
                  <a:pt x="25" y="143"/>
                </a:cubicBezTo>
                <a:cubicBezTo>
                  <a:pt x="17" y="135"/>
                  <a:pt x="11" y="126"/>
                  <a:pt x="6" y="116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1" y="41"/>
                  <a:pt x="17" y="32"/>
                  <a:pt x="25" y="24"/>
                </a:cubicBezTo>
                <a:cubicBezTo>
                  <a:pt x="33" y="17"/>
                  <a:pt x="42" y="11"/>
                  <a:pt x="52" y="6"/>
                </a:cubicBezTo>
                <a:cubicBezTo>
                  <a:pt x="63" y="2"/>
                  <a:pt x="74" y="0"/>
                  <a:pt x="85" y="0"/>
                </a:cubicBezTo>
                <a:cubicBezTo>
                  <a:pt x="97" y="0"/>
                  <a:pt x="108" y="2"/>
                  <a:pt x="119" y="6"/>
                </a:cubicBezTo>
                <a:cubicBezTo>
                  <a:pt x="129" y="11"/>
                  <a:pt x="138" y="17"/>
                  <a:pt x="146" y="24"/>
                </a:cubicBezTo>
                <a:cubicBezTo>
                  <a:pt x="154" y="32"/>
                  <a:pt x="160" y="41"/>
                  <a:pt x="165" y="52"/>
                </a:cubicBezTo>
                <a:cubicBezTo>
                  <a:pt x="169" y="62"/>
                  <a:pt x="171" y="73"/>
                  <a:pt x="171" y="84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3507840" y="1606680"/>
            <a:ext cx="52603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54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Q&amp;A</a:t>
            </a:r>
            <a:r>
              <a:rPr b="1" lang="ja-JP" sz="54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セッション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752400" y="4086000"/>
            <a:ext cx="114480" cy="114840"/>
          </a:xfrm>
          <a:custGeom>
            <a:avLst/>
            <a:gdLst/>
            <a:ahLst/>
            <a:rect l="0" t="0" r="r" b="b"/>
            <a:pathLst>
              <a:path w="318" h="319">
                <a:moveTo>
                  <a:pt x="318" y="159"/>
                </a:moveTo>
                <a:cubicBezTo>
                  <a:pt x="318" y="169"/>
                  <a:pt x="317" y="180"/>
                  <a:pt x="315" y="190"/>
                </a:cubicBezTo>
                <a:cubicBezTo>
                  <a:pt x="313" y="200"/>
                  <a:pt x="310" y="210"/>
                  <a:pt x="306" y="220"/>
                </a:cubicBezTo>
                <a:cubicBezTo>
                  <a:pt x="302" y="230"/>
                  <a:pt x="297" y="239"/>
                  <a:pt x="291" y="248"/>
                </a:cubicBezTo>
                <a:cubicBezTo>
                  <a:pt x="285" y="257"/>
                  <a:pt x="278" y="265"/>
                  <a:pt x="271" y="272"/>
                </a:cubicBezTo>
                <a:cubicBezTo>
                  <a:pt x="263" y="279"/>
                  <a:pt x="255" y="286"/>
                  <a:pt x="247" y="292"/>
                </a:cubicBezTo>
                <a:cubicBezTo>
                  <a:pt x="238" y="298"/>
                  <a:pt x="229" y="303"/>
                  <a:pt x="219" y="307"/>
                </a:cubicBezTo>
                <a:cubicBezTo>
                  <a:pt x="210" y="311"/>
                  <a:pt x="200" y="314"/>
                  <a:pt x="189" y="316"/>
                </a:cubicBezTo>
                <a:cubicBezTo>
                  <a:pt x="179" y="318"/>
                  <a:pt x="169" y="319"/>
                  <a:pt x="158" y="319"/>
                </a:cubicBezTo>
                <a:cubicBezTo>
                  <a:pt x="148" y="319"/>
                  <a:pt x="138" y="318"/>
                  <a:pt x="127" y="316"/>
                </a:cubicBezTo>
                <a:cubicBezTo>
                  <a:pt x="117" y="314"/>
                  <a:pt x="107" y="311"/>
                  <a:pt x="98" y="307"/>
                </a:cubicBezTo>
                <a:cubicBezTo>
                  <a:pt x="88" y="303"/>
                  <a:pt x="79" y="298"/>
                  <a:pt x="70" y="292"/>
                </a:cubicBezTo>
                <a:cubicBezTo>
                  <a:pt x="62" y="286"/>
                  <a:pt x="54" y="279"/>
                  <a:pt x="46" y="272"/>
                </a:cubicBezTo>
                <a:cubicBezTo>
                  <a:pt x="39" y="265"/>
                  <a:pt x="32" y="257"/>
                  <a:pt x="26" y="248"/>
                </a:cubicBezTo>
                <a:cubicBezTo>
                  <a:pt x="21" y="239"/>
                  <a:pt x="16" y="230"/>
                  <a:pt x="12" y="220"/>
                </a:cubicBezTo>
                <a:cubicBezTo>
                  <a:pt x="8" y="210"/>
                  <a:pt x="5" y="200"/>
                  <a:pt x="3" y="190"/>
                </a:cubicBezTo>
                <a:cubicBezTo>
                  <a:pt x="1" y="180"/>
                  <a:pt x="0" y="169"/>
                  <a:pt x="0" y="159"/>
                </a:cubicBez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cubicBezTo>
                  <a:pt x="169" y="0"/>
                  <a:pt x="179" y="1"/>
                  <a:pt x="189" y="3"/>
                </a:cubicBezTo>
                <a:cubicBezTo>
                  <a:pt x="200" y="5"/>
                  <a:pt x="210" y="8"/>
                  <a:pt x="219" y="12"/>
                </a:cubicBezTo>
                <a:cubicBezTo>
                  <a:pt x="229" y="16"/>
                  <a:pt x="238" y="21"/>
                  <a:pt x="247" y="27"/>
                </a:cubicBezTo>
                <a:cubicBezTo>
                  <a:pt x="255" y="33"/>
                  <a:pt x="263" y="39"/>
                  <a:pt x="271" y="47"/>
                </a:cubicBezTo>
                <a:cubicBezTo>
                  <a:pt x="278" y="54"/>
                  <a:pt x="285" y="62"/>
                  <a:pt x="291" y="71"/>
                </a:cubicBezTo>
                <a:cubicBezTo>
                  <a:pt x="297" y="79"/>
                  <a:pt x="302" y="88"/>
                  <a:pt x="306" y="98"/>
                </a:cubicBezTo>
                <a:cubicBezTo>
                  <a:pt x="310" y="108"/>
                  <a:pt x="313" y="118"/>
                  <a:pt x="315" y="128"/>
                </a:cubicBezTo>
                <a:cubicBezTo>
                  <a:pt x="317" y="138"/>
                  <a:pt x="318" y="148"/>
                  <a:pt x="318" y="15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3511440" y="2818800"/>
            <a:ext cx="566928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 質問にお答えします︕</a:t>
            </a:r>
            <a:endParaRPr b="0" lang="en-US" sz="4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3990960" y="4800240"/>
            <a:ext cx="38160" cy="29160"/>
          </a:xfrm>
          <a:custGeom>
            <a:avLst/>
            <a:gdLst/>
            <a:ahLst/>
            <a:rect l="0" t="0" r="r" b="b"/>
            <a:pathLst>
              <a:path w="106" h="81">
                <a:moveTo>
                  <a:pt x="0" y="0"/>
                </a:moveTo>
                <a:lnTo>
                  <a:pt x="106" y="0"/>
                </a:lnTo>
                <a:lnTo>
                  <a:pt x="106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3952800" y="4762440"/>
            <a:ext cx="186120" cy="105120"/>
          </a:xfrm>
          <a:custGeom>
            <a:avLst/>
            <a:gdLst/>
            <a:ahLst/>
            <a:rect l="0" t="0" r="r" b="b"/>
            <a:pathLst>
              <a:path w="517" h="292">
                <a:moveTo>
                  <a:pt x="265" y="0"/>
                </a:moveTo>
                <a:lnTo>
                  <a:pt x="53" y="0"/>
                </a:lnTo>
                <a:cubicBezTo>
                  <a:pt x="24" y="0"/>
                  <a:pt x="0" y="24"/>
                  <a:pt x="0" y="54"/>
                </a:cubicBezTo>
                <a:cubicBezTo>
                  <a:pt x="0" y="83"/>
                  <a:pt x="24" y="106"/>
                  <a:pt x="53" y="106"/>
                </a:cubicBezTo>
                <a:lnTo>
                  <a:pt x="265" y="106"/>
                </a:lnTo>
                <a:cubicBezTo>
                  <a:pt x="294" y="106"/>
                  <a:pt x="318" y="83"/>
                  <a:pt x="318" y="54"/>
                </a:cubicBezTo>
                <a:cubicBezTo>
                  <a:pt x="318" y="24"/>
                  <a:pt x="294" y="0"/>
                  <a:pt x="265" y="0"/>
                </a:cubicBezTo>
                <a:moveTo>
                  <a:pt x="429" y="279"/>
                </a:moveTo>
                <a:lnTo>
                  <a:pt x="389" y="244"/>
                </a:lnTo>
                <a:cubicBezTo>
                  <a:pt x="367" y="225"/>
                  <a:pt x="365" y="191"/>
                  <a:pt x="384" y="169"/>
                </a:cubicBezTo>
                <a:cubicBezTo>
                  <a:pt x="403" y="147"/>
                  <a:pt x="437" y="145"/>
                  <a:pt x="459" y="164"/>
                </a:cubicBezTo>
                <a:lnTo>
                  <a:pt x="499" y="199"/>
                </a:lnTo>
                <a:cubicBezTo>
                  <a:pt x="521" y="218"/>
                  <a:pt x="523" y="252"/>
                  <a:pt x="504" y="274"/>
                </a:cubicBezTo>
                <a:cubicBezTo>
                  <a:pt x="484" y="296"/>
                  <a:pt x="451" y="298"/>
                  <a:pt x="429" y="279"/>
                </a:cubicBezTo>
                <a:close/>
              </a:path>
            </a:pathLst>
          </a:custGeom>
          <a:solidFill>
            <a:srgbClr val="8899a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3904920" y="4848120"/>
            <a:ext cx="209880" cy="209880"/>
          </a:xfrm>
          <a:custGeom>
            <a:avLst/>
            <a:gdLst/>
            <a:ahLst/>
            <a:rect l="0" t="0" r="r" b="b"/>
            <a:pathLst>
              <a:path w="583" h="583">
                <a:moveTo>
                  <a:pt x="583" y="292"/>
                </a:moveTo>
                <a:cubicBezTo>
                  <a:pt x="583" y="311"/>
                  <a:pt x="582" y="330"/>
                  <a:pt x="578" y="349"/>
                </a:cubicBezTo>
                <a:cubicBezTo>
                  <a:pt x="574" y="367"/>
                  <a:pt x="569" y="386"/>
                  <a:pt x="561" y="403"/>
                </a:cubicBezTo>
                <a:cubicBezTo>
                  <a:pt x="554" y="421"/>
                  <a:pt x="545" y="438"/>
                  <a:pt x="534" y="454"/>
                </a:cubicBezTo>
                <a:cubicBezTo>
                  <a:pt x="524" y="469"/>
                  <a:pt x="512" y="484"/>
                  <a:pt x="497" y="498"/>
                </a:cubicBezTo>
                <a:cubicBezTo>
                  <a:pt x="484" y="511"/>
                  <a:pt x="469" y="523"/>
                  <a:pt x="453" y="534"/>
                </a:cubicBezTo>
                <a:cubicBezTo>
                  <a:pt x="437" y="544"/>
                  <a:pt x="420" y="553"/>
                  <a:pt x="403" y="561"/>
                </a:cubicBezTo>
                <a:cubicBezTo>
                  <a:pt x="385" y="568"/>
                  <a:pt x="367" y="574"/>
                  <a:pt x="348" y="577"/>
                </a:cubicBezTo>
                <a:cubicBezTo>
                  <a:pt x="329" y="581"/>
                  <a:pt x="311" y="583"/>
                  <a:pt x="291" y="583"/>
                </a:cubicBezTo>
                <a:cubicBezTo>
                  <a:pt x="272" y="583"/>
                  <a:pt x="253" y="581"/>
                  <a:pt x="235" y="577"/>
                </a:cubicBezTo>
                <a:cubicBezTo>
                  <a:pt x="216" y="574"/>
                  <a:pt x="198" y="568"/>
                  <a:pt x="180" y="561"/>
                </a:cubicBezTo>
                <a:cubicBezTo>
                  <a:pt x="162" y="553"/>
                  <a:pt x="146" y="544"/>
                  <a:pt x="130" y="534"/>
                </a:cubicBezTo>
                <a:cubicBezTo>
                  <a:pt x="114" y="523"/>
                  <a:pt x="99" y="511"/>
                  <a:pt x="86" y="498"/>
                </a:cubicBezTo>
                <a:cubicBezTo>
                  <a:pt x="72" y="484"/>
                  <a:pt x="60" y="469"/>
                  <a:pt x="49" y="454"/>
                </a:cubicBezTo>
                <a:cubicBezTo>
                  <a:pt x="39" y="438"/>
                  <a:pt x="30" y="421"/>
                  <a:pt x="23" y="403"/>
                </a:cubicBezTo>
                <a:cubicBezTo>
                  <a:pt x="15" y="386"/>
                  <a:pt x="10" y="367"/>
                  <a:pt x="6" y="349"/>
                </a:cubicBezTo>
                <a:cubicBezTo>
                  <a:pt x="2" y="330"/>
                  <a:pt x="0" y="311"/>
                  <a:pt x="0" y="292"/>
                </a:cubicBezTo>
                <a:cubicBezTo>
                  <a:pt x="0" y="273"/>
                  <a:pt x="2" y="254"/>
                  <a:pt x="6" y="235"/>
                </a:cubicBezTo>
                <a:cubicBezTo>
                  <a:pt x="10" y="216"/>
                  <a:pt x="15" y="197"/>
                  <a:pt x="23" y="179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cubicBezTo>
                  <a:pt x="311" y="0"/>
                  <a:pt x="329" y="2"/>
                  <a:pt x="348" y="5"/>
                </a:cubicBezTo>
                <a:cubicBezTo>
                  <a:pt x="367" y="9"/>
                  <a:pt x="385" y="15"/>
                  <a:pt x="403" y="22"/>
                </a:cubicBezTo>
                <a:cubicBezTo>
                  <a:pt x="420" y="29"/>
                  <a:pt x="437" y="38"/>
                  <a:pt x="453" y="49"/>
                </a:cubicBezTo>
                <a:cubicBezTo>
                  <a:pt x="469" y="59"/>
                  <a:pt x="484" y="72"/>
                  <a:pt x="497" y="85"/>
                </a:cubicBezTo>
                <a:cubicBezTo>
                  <a:pt x="512" y="99"/>
                  <a:pt x="524" y="113"/>
                  <a:pt x="534" y="129"/>
                </a:cubicBezTo>
                <a:cubicBezTo>
                  <a:pt x="545" y="145"/>
                  <a:pt x="554" y="162"/>
                  <a:pt x="561" y="179"/>
                </a:cubicBezTo>
                <a:cubicBezTo>
                  <a:pt x="569" y="197"/>
                  <a:pt x="574" y="216"/>
                  <a:pt x="578" y="235"/>
                </a:cubicBezTo>
                <a:cubicBezTo>
                  <a:pt x="582" y="254"/>
                  <a:pt x="583" y="273"/>
                  <a:pt x="583" y="292"/>
                </a:cubicBezTo>
                <a:close/>
              </a:path>
            </a:pathLst>
          </a:custGeom>
          <a:solidFill>
            <a:srgbClr val="f5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3876480" y="4819320"/>
            <a:ext cx="267120" cy="267120"/>
          </a:xfrm>
          <a:custGeom>
            <a:avLst/>
            <a:gdLst/>
            <a:ahLst/>
            <a:rect l="0" t="0" r="r" b="b"/>
            <a:pathLst>
              <a:path w="742" h="742">
                <a:moveTo>
                  <a:pt x="370" y="0"/>
                </a:moveTo>
                <a:cubicBezTo>
                  <a:pt x="166" y="0"/>
                  <a:pt x="0" y="166"/>
                  <a:pt x="0" y="372"/>
                </a:cubicBezTo>
                <a:cubicBezTo>
                  <a:pt x="0" y="576"/>
                  <a:pt x="166" y="742"/>
                  <a:pt x="370" y="742"/>
                </a:cubicBezTo>
                <a:cubicBezTo>
                  <a:pt x="575" y="742"/>
                  <a:pt x="742" y="576"/>
                  <a:pt x="742" y="372"/>
                </a:cubicBezTo>
                <a:cubicBezTo>
                  <a:pt x="742" y="166"/>
                  <a:pt x="575" y="0"/>
                  <a:pt x="370" y="0"/>
                </a:cubicBezTo>
                <a:moveTo>
                  <a:pt x="370" y="663"/>
                </a:moveTo>
                <a:cubicBezTo>
                  <a:pt x="210" y="663"/>
                  <a:pt x="79" y="532"/>
                  <a:pt x="79" y="372"/>
                </a:cubicBezTo>
                <a:cubicBezTo>
                  <a:pt x="79" y="210"/>
                  <a:pt x="210" y="80"/>
                  <a:pt x="370" y="80"/>
                </a:cubicBezTo>
                <a:cubicBezTo>
                  <a:pt x="531" y="80"/>
                  <a:pt x="661" y="210"/>
                  <a:pt x="661" y="372"/>
                </a:cubicBezTo>
                <a:cubicBezTo>
                  <a:pt x="661" y="532"/>
                  <a:pt x="531" y="663"/>
                  <a:pt x="370" y="663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3990960" y="4943160"/>
            <a:ext cx="114480" cy="19440"/>
          </a:xfrm>
          <a:custGeom>
            <a:avLst/>
            <a:gdLst/>
            <a:ahLst/>
            <a:rect l="0" t="0" r="r" b="b"/>
            <a:pathLst>
              <a:path w="318" h="54">
                <a:moveTo>
                  <a:pt x="292" y="54"/>
                </a:moveTo>
                <a:lnTo>
                  <a:pt x="26" y="54"/>
                </a:lnTo>
                <a:cubicBezTo>
                  <a:pt x="11" y="54"/>
                  <a:pt x="0" y="42"/>
                  <a:pt x="0" y="28"/>
                </a:cubicBezTo>
                <a:cubicBezTo>
                  <a:pt x="0" y="12"/>
                  <a:pt x="11" y="0"/>
                  <a:pt x="26" y="0"/>
                </a:cubicBezTo>
                <a:lnTo>
                  <a:pt x="292" y="0"/>
                </a:lnTo>
                <a:cubicBezTo>
                  <a:pt x="306" y="0"/>
                  <a:pt x="318" y="12"/>
                  <a:pt x="318" y="28"/>
                </a:cubicBezTo>
                <a:cubicBezTo>
                  <a:pt x="318" y="42"/>
                  <a:pt x="306" y="54"/>
                  <a:pt x="292" y="54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4000320" y="485748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1" y="41"/>
                  <a:pt x="46" y="46"/>
                </a:cubicBezTo>
                <a:cubicBezTo>
                  <a:pt x="40" y="52"/>
                  <a:pt x="34" y="54"/>
                  <a:pt x="26" y="54"/>
                </a:cubicBezTo>
                <a:cubicBezTo>
                  <a:pt x="19" y="54"/>
                  <a:pt x="13" y="52"/>
                  <a:pt x="8" y="46"/>
                </a:cubicBezTo>
                <a:cubicBezTo>
                  <a:pt x="3" y="41"/>
                  <a:pt x="0" y="35"/>
                  <a:pt x="0" y="28"/>
                </a:cubicBezTo>
                <a:cubicBezTo>
                  <a:pt x="0" y="20"/>
                  <a:pt x="3" y="14"/>
                  <a:pt x="8" y="9"/>
                </a:cubicBezTo>
                <a:cubicBezTo>
                  <a:pt x="13" y="4"/>
                  <a:pt x="19" y="0"/>
                  <a:pt x="26" y="0"/>
                </a:cubicBezTo>
                <a:cubicBezTo>
                  <a:pt x="34" y="0"/>
                  <a:pt x="40" y="4"/>
                  <a:pt x="46" y="9"/>
                </a:cubicBezTo>
                <a:cubicBezTo>
                  <a:pt x="51" y="14"/>
                  <a:pt x="54" y="20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4000320" y="502884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7"/>
                </a:moveTo>
                <a:cubicBezTo>
                  <a:pt x="54" y="34"/>
                  <a:pt x="51" y="41"/>
                  <a:pt x="46" y="47"/>
                </a:cubicBezTo>
                <a:cubicBezTo>
                  <a:pt x="40" y="52"/>
                  <a:pt x="34" y="54"/>
                  <a:pt x="26" y="54"/>
                </a:cubicBezTo>
                <a:cubicBezTo>
                  <a:pt x="19" y="54"/>
                  <a:pt x="13" y="52"/>
                  <a:pt x="8" y="47"/>
                </a:cubicBezTo>
                <a:cubicBezTo>
                  <a:pt x="3" y="41"/>
                  <a:pt x="0" y="34"/>
                  <a:pt x="0" y="27"/>
                </a:cubicBezTo>
                <a:cubicBezTo>
                  <a:pt x="0" y="20"/>
                  <a:pt x="3" y="13"/>
                  <a:pt x="8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0" y="3"/>
                  <a:pt x="46" y="8"/>
                </a:cubicBezTo>
                <a:cubicBezTo>
                  <a:pt x="51" y="13"/>
                  <a:pt x="54" y="20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3943080" y="488628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7"/>
                </a:moveTo>
                <a:cubicBezTo>
                  <a:pt x="54" y="34"/>
                  <a:pt x="52" y="41"/>
                  <a:pt x="46" y="46"/>
                </a:cubicBezTo>
                <a:cubicBezTo>
                  <a:pt x="40" y="51"/>
                  <a:pt x="34" y="54"/>
                  <a:pt x="27" y="54"/>
                </a:cubicBezTo>
                <a:cubicBezTo>
                  <a:pt x="19" y="54"/>
                  <a:pt x="13" y="51"/>
                  <a:pt x="8" y="46"/>
                </a:cubicBezTo>
                <a:cubicBezTo>
                  <a:pt x="3" y="41"/>
                  <a:pt x="0" y="34"/>
                  <a:pt x="0" y="27"/>
                </a:cubicBezTo>
                <a:cubicBezTo>
                  <a:pt x="0" y="19"/>
                  <a:pt x="3" y="13"/>
                  <a:pt x="8" y="7"/>
                </a:cubicBezTo>
                <a:cubicBezTo>
                  <a:pt x="13" y="2"/>
                  <a:pt x="19" y="0"/>
                  <a:pt x="27" y="0"/>
                </a:cubicBezTo>
                <a:cubicBezTo>
                  <a:pt x="34" y="0"/>
                  <a:pt x="40" y="2"/>
                  <a:pt x="46" y="7"/>
                </a:cubicBezTo>
                <a:cubicBezTo>
                  <a:pt x="52" y="13"/>
                  <a:pt x="54" y="19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4057560" y="500040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1" y="41"/>
                  <a:pt x="46" y="46"/>
                </a:cubicBezTo>
                <a:cubicBezTo>
                  <a:pt x="41" y="51"/>
                  <a:pt x="34" y="54"/>
                  <a:pt x="26" y="54"/>
                </a:cubicBezTo>
                <a:cubicBezTo>
                  <a:pt x="19" y="54"/>
                  <a:pt x="13" y="51"/>
                  <a:pt x="7" y="46"/>
                </a:cubicBezTo>
                <a:cubicBezTo>
                  <a:pt x="2" y="41"/>
                  <a:pt x="0" y="35"/>
                  <a:pt x="0" y="28"/>
                </a:cubicBezTo>
                <a:cubicBezTo>
                  <a:pt x="0" y="19"/>
                  <a:pt x="2" y="13"/>
                  <a:pt x="7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1" y="3"/>
                  <a:pt x="46" y="8"/>
                </a:cubicBezTo>
                <a:cubicBezTo>
                  <a:pt x="51" y="13"/>
                  <a:pt x="54" y="19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3914640" y="494316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1" y="41"/>
                  <a:pt x="46" y="47"/>
                </a:cubicBezTo>
                <a:cubicBezTo>
                  <a:pt x="41" y="52"/>
                  <a:pt x="35" y="54"/>
                  <a:pt x="27" y="54"/>
                </a:cubicBezTo>
                <a:cubicBezTo>
                  <a:pt x="19" y="54"/>
                  <a:pt x="13" y="52"/>
                  <a:pt x="8" y="47"/>
                </a:cubicBezTo>
                <a:cubicBezTo>
                  <a:pt x="2" y="41"/>
                  <a:pt x="0" y="35"/>
                  <a:pt x="0" y="28"/>
                </a:cubicBezTo>
                <a:cubicBezTo>
                  <a:pt x="0" y="20"/>
                  <a:pt x="2" y="13"/>
                  <a:pt x="8" y="8"/>
                </a:cubicBezTo>
                <a:cubicBezTo>
                  <a:pt x="13" y="3"/>
                  <a:pt x="19" y="0"/>
                  <a:pt x="27" y="0"/>
                </a:cubicBezTo>
                <a:cubicBezTo>
                  <a:pt x="35" y="0"/>
                  <a:pt x="41" y="3"/>
                  <a:pt x="46" y="8"/>
                </a:cubicBezTo>
                <a:cubicBezTo>
                  <a:pt x="51" y="13"/>
                  <a:pt x="54" y="20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4057560" y="488628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54" y="27"/>
                </a:moveTo>
                <a:cubicBezTo>
                  <a:pt x="54" y="34"/>
                  <a:pt x="51" y="41"/>
                  <a:pt x="46" y="46"/>
                </a:cubicBezTo>
                <a:cubicBezTo>
                  <a:pt x="41" y="51"/>
                  <a:pt x="34" y="54"/>
                  <a:pt x="26" y="54"/>
                </a:cubicBezTo>
                <a:cubicBezTo>
                  <a:pt x="19" y="54"/>
                  <a:pt x="13" y="51"/>
                  <a:pt x="7" y="46"/>
                </a:cubicBezTo>
                <a:cubicBezTo>
                  <a:pt x="2" y="41"/>
                  <a:pt x="0" y="34"/>
                  <a:pt x="0" y="27"/>
                </a:cubicBezTo>
                <a:cubicBezTo>
                  <a:pt x="0" y="19"/>
                  <a:pt x="2" y="13"/>
                  <a:pt x="7" y="7"/>
                </a:cubicBezTo>
                <a:cubicBezTo>
                  <a:pt x="13" y="2"/>
                  <a:pt x="19" y="0"/>
                  <a:pt x="26" y="0"/>
                </a:cubicBezTo>
                <a:cubicBezTo>
                  <a:pt x="34" y="0"/>
                  <a:pt x="41" y="2"/>
                  <a:pt x="46" y="7"/>
                </a:cubicBezTo>
                <a:cubicBezTo>
                  <a:pt x="51" y="13"/>
                  <a:pt x="54" y="19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3943080" y="49338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8" y="231"/>
                </a:moveTo>
                <a:cubicBezTo>
                  <a:pt x="-2" y="221"/>
                  <a:pt x="-2" y="203"/>
                  <a:pt x="8" y="193"/>
                </a:cubicBezTo>
                <a:lnTo>
                  <a:pt x="194" y="8"/>
                </a:lnTo>
                <a:cubicBezTo>
                  <a:pt x="205" y="-3"/>
                  <a:pt x="221" y="-3"/>
                  <a:pt x="232" y="8"/>
                </a:cubicBezTo>
                <a:cubicBezTo>
                  <a:pt x="242" y="18"/>
                  <a:pt x="242" y="35"/>
                  <a:pt x="232" y="45"/>
                </a:cubicBezTo>
                <a:lnTo>
                  <a:pt x="45" y="231"/>
                </a:lnTo>
                <a:cubicBezTo>
                  <a:pt x="40" y="236"/>
                  <a:pt x="33" y="239"/>
                  <a:pt x="27" y="239"/>
                </a:cubicBezTo>
                <a:cubicBezTo>
                  <a:pt x="20" y="239"/>
                  <a:pt x="13" y="236"/>
                  <a:pt x="8" y="231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1047600" y="3912480"/>
            <a:ext cx="391428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どんな質問でも⼤歓迎です</a:t>
            </a:r>
            <a:endParaRPr b="0" lang="en-US" sz="25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4203360" y="4703760"/>
            <a:ext cx="426312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15:20 - 15:30</a:t>
            </a:r>
            <a:r>
              <a:rPr b="0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（</a:t>
            </a:r>
            <a:r>
              <a:rPr b="0" lang="en-US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10</a:t>
            </a:r>
            <a:r>
              <a:rPr b="0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分）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11589120" y="6319440"/>
            <a:ext cx="34164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11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28" name="" descr=""/>
          <p:cNvPicPr/>
          <p:nvPr/>
        </p:nvPicPr>
        <p:blipFill>
          <a:blip r:embed="rId1"/>
          <a:stretch/>
        </p:blipFill>
        <p:spPr>
          <a:xfrm>
            <a:off x="304920" y="2133720"/>
            <a:ext cx="2800080" cy="2590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9" name=""/>
          <p:cNvSpPr txBox="1"/>
          <p:nvPr/>
        </p:nvSpPr>
        <p:spPr>
          <a:xfrm>
            <a:off x="5709600" y="711360"/>
            <a:ext cx="41155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54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クロージング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4159080" y="1923480"/>
            <a:ext cx="713304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本⽇のご参加ありがとうござ</a:t>
            </a:r>
            <a:endParaRPr b="0" lang="en-US" sz="4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4162320" y="3933720"/>
            <a:ext cx="114480" cy="114480"/>
          </a:xfrm>
          <a:custGeom>
            <a:avLst/>
            <a:gdLst/>
            <a:ahLst/>
            <a:rect l="0" t="0" r="r" b="b"/>
            <a:pathLst>
              <a:path w="318" h="318">
                <a:moveTo>
                  <a:pt x="318" y="160"/>
                </a:moveTo>
                <a:cubicBezTo>
                  <a:pt x="318" y="170"/>
                  <a:pt x="317" y="180"/>
                  <a:pt x="315" y="191"/>
                </a:cubicBezTo>
                <a:cubicBezTo>
                  <a:pt x="313" y="201"/>
                  <a:pt x="310" y="211"/>
                  <a:pt x="306" y="220"/>
                </a:cubicBezTo>
                <a:cubicBezTo>
                  <a:pt x="302" y="230"/>
                  <a:pt x="297" y="239"/>
                  <a:pt x="292" y="248"/>
                </a:cubicBezTo>
                <a:cubicBezTo>
                  <a:pt x="286" y="256"/>
                  <a:pt x="279" y="264"/>
                  <a:pt x="272" y="272"/>
                </a:cubicBezTo>
                <a:cubicBezTo>
                  <a:pt x="264" y="279"/>
                  <a:pt x="256" y="286"/>
                  <a:pt x="248" y="292"/>
                </a:cubicBezTo>
                <a:cubicBezTo>
                  <a:pt x="239" y="297"/>
                  <a:pt x="230" y="302"/>
                  <a:pt x="220" y="306"/>
                </a:cubicBezTo>
                <a:cubicBezTo>
                  <a:pt x="211" y="310"/>
                  <a:pt x="201" y="313"/>
                  <a:pt x="191" y="315"/>
                </a:cubicBezTo>
                <a:cubicBezTo>
                  <a:pt x="180" y="317"/>
                  <a:pt x="170" y="318"/>
                  <a:pt x="160" y="318"/>
                </a:cubicBezTo>
                <a:cubicBezTo>
                  <a:pt x="149" y="318"/>
                  <a:pt x="139" y="317"/>
                  <a:pt x="129" y="315"/>
                </a:cubicBezTo>
                <a:cubicBezTo>
                  <a:pt x="118" y="313"/>
                  <a:pt x="108" y="310"/>
                  <a:pt x="99" y="306"/>
                </a:cubicBezTo>
                <a:cubicBezTo>
                  <a:pt x="89" y="302"/>
                  <a:pt x="80" y="297"/>
                  <a:pt x="71" y="292"/>
                </a:cubicBezTo>
                <a:cubicBezTo>
                  <a:pt x="63" y="286"/>
                  <a:pt x="55" y="279"/>
                  <a:pt x="47" y="272"/>
                </a:cubicBezTo>
                <a:cubicBezTo>
                  <a:pt x="40" y="264"/>
                  <a:pt x="33" y="256"/>
                  <a:pt x="28" y="248"/>
                </a:cubicBezTo>
                <a:cubicBezTo>
                  <a:pt x="22" y="239"/>
                  <a:pt x="17" y="230"/>
                  <a:pt x="13" y="220"/>
                </a:cubicBezTo>
                <a:cubicBezTo>
                  <a:pt x="8" y="211"/>
                  <a:pt x="5" y="201"/>
                  <a:pt x="3" y="191"/>
                </a:cubicBezTo>
                <a:cubicBezTo>
                  <a:pt x="1" y="180"/>
                  <a:pt x="0" y="170"/>
                  <a:pt x="0" y="160"/>
                </a:cubicBez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8" y="108"/>
                  <a:pt x="13" y="99"/>
                </a:cubicBezTo>
                <a:cubicBezTo>
                  <a:pt x="17" y="89"/>
                  <a:pt x="22" y="80"/>
                  <a:pt x="28" y="71"/>
                </a:cubicBezTo>
                <a:cubicBezTo>
                  <a:pt x="33" y="63"/>
                  <a:pt x="40" y="55"/>
                  <a:pt x="47" y="47"/>
                </a:cubicBezTo>
                <a:cubicBezTo>
                  <a:pt x="55" y="40"/>
                  <a:pt x="63" y="33"/>
                  <a:pt x="71" y="28"/>
                </a:cubicBezTo>
                <a:cubicBezTo>
                  <a:pt x="80" y="22"/>
                  <a:pt x="89" y="17"/>
                  <a:pt x="99" y="13"/>
                </a:cubicBezTo>
                <a:cubicBezTo>
                  <a:pt x="108" y="8"/>
                  <a:pt x="118" y="5"/>
                  <a:pt x="129" y="3"/>
                </a:cubicBezTo>
                <a:cubicBezTo>
                  <a:pt x="139" y="1"/>
                  <a:pt x="149" y="0"/>
                  <a:pt x="160" y="0"/>
                </a:cubicBezTo>
                <a:cubicBezTo>
                  <a:pt x="170" y="0"/>
                  <a:pt x="180" y="1"/>
                  <a:pt x="191" y="3"/>
                </a:cubicBezTo>
                <a:cubicBezTo>
                  <a:pt x="201" y="5"/>
                  <a:pt x="211" y="8"/>
                  <a:pt x="220" y="13"/>
                </a:cubicBezTo>
                <a:cubicBezTo>
                  <a:pt x="230" y="17"/>
                  <a:pt x="239" y="22"/>
                  <a:pt x="248" y="28"/>
                </a:cubicBezTo>
                <a:cubicBezTo>
                  <a:pt x="256" y="33"/>
                  <a:pt x="264" y="40"/>
                  <a:pt x="272" y="47"/>
                </a:cubicBezTo>
                <a:cubicBezTo>
                  <a:pt x="279" y="55"/>
                  <a:pt x="286" y="63"/>
                  <a:pt x="292" y="71"/>
                </a:cubicBezTo>
                <a:cubicBezTo>
                  <a:pt x="297" y="80"/>
                  <a:pt x="302" y="89"/>
                  <a:pt x="306" y="99"/>
                </a:cubicBezTo>
                <a:cubicBezTo>
                  <a:pt x="310" y="108"/>
                  <a:pt x="313" y="118"/>
                  <a:pt x="315" y="129"/>
                </a:cubicBezTo>
                <a:cubicBezTo>
                  <a:pt x="317" y="139"/>
                  <a:pt x="318" y="149"/>
                  <a:pt x="318" y="16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6401520" y="2656800"/>
            <a:ext cx="274392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いました︕</a:t>
            </a:r>
            <a:endParaRPr b="0" lang="en-US" sz="4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4461480" y="3759840"/>
            <a:ext cx="681048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アーカイブは</a:t>
            </a:r>
            <a:r>
              <a:rPr b="0" lang="en-US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YouTube</a:t>
            </a:r>
            <a:r>
              <a:rPr b="0" lang="ja-JP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チャンネルから視聴可</a:t>
            </a:r>
            <a:endParaRPr b="0" lang="en-US" sz="25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4162320" y="4914720"/>
            <a:ext cx="114480" cy="114480"/>
          </a:xfrm>
          <a:custGeom>
            <a:avLst/>
            <a:gdLst/>
            <a:ahLst/>
            <a:rect l="0" t="0" r="r" b="b"/>
            <a:pathLst>
              <a:path w="318" h="318">
                <a:moveTo>
                  <a:pt x="318" y="160"/>
                </a:moveTo>
                <a:cubicBezTo>
                  <a:pt x="318" y="170"/>
                  <a:pt x="317" y="180"/>
                  <a:pt x="315" y="191"/>
                </a:cubicBezTo>
                <a:cubicBezTo>
                  <a:pt x="313" y="201"/>
                  <a:pt x="310" y="211"/>
                  <a:pt x="306" y="220"/>
                </a:cubicBezTo>
                <a:cubicBezTo>
                  <a:pt x="302" y="230"/>
                  <a:pt x="297" y="239"/>
                  <a:pt x="292" y="248"/>
                </a:cubicBezTo>
                <a:cubicBezTo>
                  <a:pt x="286" y="257"/>
                  <a:pt x="279" y="265"/>
                  <a:pt x="272" y="272"/>
                </a:cubicBezTo>
                <a:cubicBezTo>
                  <a:pt x="264" y="279"/>
                  <a:pt x="256" y="286"/>
                  <a:pt x="248" y="292"/>
                </a:cubicBezTo>
                <a:cubicBezTo>
                  <a:pt x="239" y="298"/>
                  <a:pt x="230" y="302"/>
                  <a:pt x="220" y="306"/>
                </a:cubicBezTo>
                <a:cubicBezTo>
                  <a:pt x="211" y="310"/>
                  <a:pt x="201" y="313"/>
                  <a:pt x="191" y="315"/>
                </a:cubicBezTo>
                <a:cubicBezTo>
                  <a:pt x="180" y="317"/>
                  <a:pt x="170" y="318"/>
                  <a:pt x="160" y="318"/>
                </a:cubicBezTo>
                <a:cubicBezTo>
                  <a:pt x="149" y="318"/>
                  <a:pt x="139" y="317"/>
                  <a:pt x="129" y="315"/>
                </a:cubicBezTo>
                <a:cubicBezTo>
                  <a:pt x="118" y="313"/>
                  <a:pt x="108" y="310"/>
                  <a:pt x="99" y="306"/>
                </a:cubicBezTo>
                <a:cubicBezTo>
                  <a:pt x="89" y="302"/>
                  <a:pt x="80" y="298"/>
                  <a:pt x="71" y="292"/>
                </a:cubicBezTo>
                <a:cubicBezTo>
                  <a:pt x="63" y="286"/>
                  <a:pt x="55" y="279"/>
                  <a:pt x="47" y="272"/>
                </a:cubicBezTo>
                <a:cubicBezTo>
                  <a:pt x="40" y="265"/>
                  <a:pt x="33" y="257"/>
                  <a:pt x="28" y="248"/>
                </a:cubicBezTo>
                <a:cubicBezTo>
                  <a:pt x="22" y="239"/>
                  <a:pt x="17" y="230"/>
                  <a:pt x="13" y="220"/>
                </a:cubicBezTo>
                <a:cubicBezTo>
                  <a:pt x="8" y="211"/>
                  <a:pt x="5" y="201"/>
                  <a:pt x="3" y="191"/>
                </a:cubicBezTo>
                <a:cubicBezTo>
                  <a:pt x="1" y="180"/>
                  <a:pt x="0" y="170"/>
                  <a:pt x="0" y="160"/>
                </a:cubicBez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3" y="98"/>
                </a:cubicBezTo>
                <a:cubicBezTo>
                  <a:pt x="17" y="88"/>
                  <a:pt x="22" y="79"/>
                  <a:pt x="28" y="71"/>
                </a:cubicBezTo>
                <a:cubicBezTo>
                  <a:pt x="33" y="62"/>
                  <a:pt x="40" y="54"/>
                  <a:pt x="47" y="46"/>
                </a:cubicBezTo>
                <a:cubicBezTo>
                  <a:pt x="55" y="39"/>
                  <a:pt x="63" y="33"/>
                  <a:pt x="71" y="27"/>
                </a:cubicBezTo>
                <a:cubicBezTo>
                  <a:pt x="80" y="21"/>
                  <a:pt x="89" y="16"/>
                  <a:pt x="99" y="12"/>
                </a:cubicBezTo>
                <a:cubicBezTo>
                  <a:pt x="108" y="8"/>
                  <a:pt x="118" y="5"/>
                  <a:pt x="129" y="3"/>
                </a:cubicBezTo>
                <a:cubicBezTo>
                  <a:pt x="139" y="1"/>
                  <a:pt x="149" y="0"/>
                  <a:pt x="160" y="0"/>
                </a:cubicBezTo>
                <a:cubicBezTo>
                  <a:pt x="170" y="0"/>
                  <a:pt x="180" y="1"/>
                  <a:pt x="191" y="3"/>
                </a:cubicBezTo>
                <a:cubicBezTo>
                  <a:pt x="201" y="5"/>
                  <a:pt x="211" y="8"/>
                  <a:pt x="220" y="12"/>
                </a:cubicBezTo>
                <a:cubicBezTo>
                  <a:pt x="230" y="16"/>
                  <a:pt x="239" y="21"/>
                  <a:pt x="248" y="27"/>
                </a:cubicBezTo>
                <a:cubicBezTo>
                  <a:pt x="256" y="33"/>
                  <a:pt x="264" y="39"/>
                  <a:pt x="272" y="46"/>
                </a:cubicBezTo>
                <a:cubicBezTo>
                  <a:pt x="279" y="54"/>
                  <a:pt x="286" y="62"/>
                  <a:pt x="292" y="71"/>
                </a:cubicBezTo>
                <a:cubicBezTo>
                  <a:pt x="297" y="79"/>
                  <a:pt x="302" y="88"/>
                  <a:pt x="306" y="98"/>
                </a:cubicBezTo>
                <a:cubicBezTo>
                  <a:pt x="310" y="108"/>
                  <a:pt x="313" y="118"/>
                  <a:pt x="315" y="128"/>
                </a:cubicBezTo>
                <a:cubicBezTo>
                  <a:pt x="317" y="139"/>
                  <a:pt x="318" y="149"/>
                  <a:pt x="318" y="16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4461480" y="4197960"/>
            <a:ext cx="32688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能</a:t>
            </a:r>
            <a:endParaRPr b="0" lang="en-US" sz="25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4162320" y="5448240"/>
            <a:ext cx="114480" cy="114480"/>
          </a:xfrm>
          <a:custGeom>
            <a:avLst/>
            <a:gdLst/>
            <a:ahLst/>
            <a:rect l="0" t="0" r="r" b="b"/>
            <a:pathLst>
              <a:path w="318" h="318">
                <a:moveTo>
                  <a:pt x="318" y="158"/>
                </a:moveTo>
                <a:cubicBezTo>
                  <a:pt x="318" y="169"/>
                  <a:pt x="317" y="179"/>
                  <a:pt x="315" y="189"/>
                </a:cubicBezTo>
                <a:cubicBezTo>
                  <a:pt x="313" y="200"/>
                  <a:pt x="310" y="210"/>
                  <a:pt x="306" y="219"/>
                </a:cubicBezTo>
                <a:cubicBezTo>
                  <a:pt x="302" y="229"/>
                  <a:pt x="297" y="238"/>
                  <a:pt x="292" y="248"/>
                </a:cubicBezTo>
                <a:cubicBezTo>
                  <a:pt x="286" y="256"/>
                  <a:pt x="279" y="264"/>
                  <a:pt x="272" y="272"/>
                </a:cubicBezTo>
                <a:cubicBezTo>
                  <a:pt x="264" y="279"/>
                  <a:pt x="256" y="286"/>
                  <a:pt x="248" y="291"/>
                </a:cubicBezTo>
                <a:cubicBezTo>
                  <a:pt x="239" y="297"/>
                  <a:pt x="230" y="302"/>
                  <a:pt x="220" y="306"/>
                </a:cubicBezTo>
                <a:cubicBezTo>
                  <a:pt x="211" y="310"/>
                  <a:pt x="201" y="313"/>
                  <a:pt x="191" y="315"/>
                </a:cubicBezTo>
                <a:cubicBezTo>
                  <a:pt x="180" y="317"/>
                  <a:pt x="170" y="318"/>
                  <a:pt x="160" y="318"/>
                </a:cubicBezTo>
                <a:cubicBezTo>
                  <a:pt x="149" y="318"/>
                  <a:pt x="139" y="317"/>
                  <a:pt x="129" y="315"/>
                </a:cubicBezTo>
                <a:cubicBezTo>
                  <a:pt x="118" y="313"/>
                  <a:pt x="108" y="310"/>
                  <a:pt x="99" y="306"/>
                </a:cubicBezTo>
                <a:cubicBezTo>
                  <a:pt x="89" y="302"/>
                  <a:pt x="80" y="297"/>
                  <a:pt x="71" y="291"/>
                </a:cubicBezTo>
                <a:cubicBezTo>
                  <a:pt x="63" y="286"/>
                  <a:pt x="55" y="279"/>
                  <a:pt x="47" y="272"/>
                </a:cubicBezTo>
                <a:cubicBezTo>
                  <a:pt x="40" y="264"/>
                  <a:pt x="33" y="256"/>
                  <a:pt x="28" y="248"/>
                </a:cubicBezTo>
                <a:cubicBezTo>
                  <a:pt x="22" y="238"/>
                  <a:pt x="17" y="229"/>
                  <a:pt x="13" y="219"/>
                </a:cubicBezTo>
                <a:cubicBezTo>
                  <a:pt x="8" y="210"/>
                  <a:pt x="5" y="200"/>
                  <a:pt x="3" y="189"/>
                </a:cubicBezTo>
                <a:cubicBezTo>
                  <a:pt x="1" y="179"/>
                  <a:pt x="0" y="169"/>
                  <a:pt x="0" y="158"/>
                </a:cubicBez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3" y="98"/>
                </a:cubicBezTo>
                <a:cubicBezTo>
                  <a:pt x="17" y="88"/>
                  <a:pt x="22" y="79"/>
                  <a:pt x="28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5" y="39"/>
                  <a:pt x="63" y="32"/>
                  <a:pt x="71" y="26"/>
                </a:cubicBezTo>
                <a:cubicBezTo>
                  <a:pt x="80" y="21"/>
                  <a:pt x="89" y="16"/>
                  <a:pt x="99" y="12"/>
                </a:cubicBezTo>
                <a:cubicBezTo>
                  <a:pt x="108" y="8"/>
                  <a:pt x="118" y="5"/>
                  <a:pt x="129" y="3"/>
                </a:cubicBezTo>
                <a:cubicBezTo>
                  <a:pt x="139" y="1"/>
                  <a:pt x="149" y="0"/>
                  <a:pt x="160" y="0"/>
                </a:cubicBezTo>
                <a:cubicBezTo>
                  <a:pt x="170" y="0"/>
                  <a:pt x="180" y="1"/>
                  <a:pt x="191" y="3"/>
                </a:cubicBezTo>
                <a:cubicBezTo>
                  <a:pt x="201" y="5"/>
                  <a:pt x="211" y="8"/>
                  <a:pt x="220" y="12"/>
                </a:cubicBezTo>
                <a:cubicBezTo>
                  <a:pt x="230" y="16"/>
                  <a:pt x="239" y="21"/>
                  <a:pt x="248" y="26"/>
                </a:cubicBezTo>
                <a:cubicBezTo>
                  <a:pt x="256" y="32"/>
                  <a:pt x="264" y="39"/>
                  <a:pt x="272" y="46"/>
                </a:cubicBezTo>
                <a:cubicBezTo>
                  <a:pt x="279" y="54"/>
                  <a:pt x="286" y="62"/>
                  <a:pt x="292" y="70"/>
                </a:cubicBezTo>
                <a:cubicBezTo>
                  <a:pt x="297" y="79"/>
                  <a:pt x="302" y="88"/>
                  <a:pt x="306" y="98"/>
                </a:cubicBezTo>
                <a:cubicBezTo>
                  <a:pt x="310" y="107"/>
                  <a:pt x="313" y="117"/>
                  <a:pt x="315" y="127"/>
                </a:cubicBezTo>
                <a:cubicBezTo>
                  <a:pt x="317" y="138"/>
                  <a:pt x="318" y="148"/>
                  <a:pt x="318" y="158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4461480" y="4741200"/>
            <a:ext cx="293580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資料は後⽇公開予定</a:t>
            </a:r>
            <a:endParaRPr b="0" lang="en-US" sz="25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4461480" y="5274360"/>
            <a:ext cx="386460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ハッシュタグは </a:t>
            </a:r>
            <a:r>
              <a:rPr b="1" lang="en-US" sz="257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#HCCJP</a:t>
            </a:r>
            <a:endParaRPr b="0" lang="en-US" sz="25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11589120" y="6319440"/>
            <a:ext cx="34164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12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2609640" y="2505600"/>
            <a:ext cx="543240" cy="475920"/>
          </a:xfrm>
          <a:custGeom>
            <a:avLst/>
            <a:gdLst/>
            <a:ahLst/>
            <a:rect l="0" t="0" r="r" b="b"/>
            <a:pathLst>
              <a:path w="1509" h="1322">
                <a:moveTo>
                  <a:pt x="1509" y="1151"/>
                </a:moveTo>
                <a:cubicBezTo>
                  <a:pt x="1509" y="1246"/>
                  <a:pt x="1434" y="1322"/>
                  <a:pt x="1342" y="1322"/>
                </a:cubicBezTo>
                <a:lnTo>
                  <a:pt x="168" y="1322"/>
                </a:lnTo>
                <a:cubicBezTo>
                  <a:pt x="75" y="1322"/>
                  <a:pt x="0" y="1246"/>
                  <a:pt x="0" y="1151"/>
                </a:cubicBezTo>
                <a:lnTo>
                  <a:pt x="0" y="170"/>
                </a:lnTo>
                <a:cubicBezTo>
                  <a:pt x="0" y="76"/>
                  <a:pt x="75" y="0"/>
                  <a:pt x="168" y="0"/>
                </a:cubicBezTo>
                <a:lnTo>
                  <a:pt x="1342" y="0"/>
                </a:lnTo>
                <a:cubicBezTo>
                  <a:pt x="1434" y="0"/>
                  <a:pt x="1509" y="76"/>
                  <a:pt x="1509" y="170"/>
                </a:cubicBezTo>
                <a:lnTo>
                  <a:pt x="1509" y="1151"/>
                </a:lnTo>
                <a:close/>
              </a:path>
            </a:pathLst>
          </a:custGeom>
          <a:solidFill>
            <a:srgbClr val="e0e7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2743200" y="2674080"/>
            <a:ext cx="284400" cy="249480"/>
          </a:xfrm>
          <a:custGeom>
            <a:avLst/>
            <a:gdLst/>
            <a:ahLst/>
            <a:rect l="0" t="0" r="r" b="b"/>
            <a:pathLst>
              <a:path w="790" h="693">
                <a:moveTo>
                  <a:pt x="620" y="133"/>
                </a:moveTo>
                <a:lnTo>
                  <a:pt x="378" y="133"/>
                </a:lnTo>
                <a:cubicBezTo>
                  <a:pt x="327" y="133"/>
                  <a:pt x="308" y="100"/>
                  <a:pt x="308" y="67"/>
                </a:cubicBezTo>
                <a:cubicBezTo>
                  <a:pt x="308" y="33"/>
                  <a:pt x="326" y="0"/>
                  <a:pt x="378" y="0"/>
                </a:cubicBezTo>
                <a:lnTo>
                  <a:pt x="722" y="0"/>
                </a:lnTo>
                <a:cubicBezTo>
                  <a:pt x="770" y="0"/>
                  <a:pt x="790" y="45"/>
                  <a:pt x="790" y="70"/>
                </a:cubicBezTo>
                <a:cubicBezTo>
                  <a:pt x="790" y="89"/>
                  <a:pt x="779" y="109"/>
                  <a:pt x="768" y="133"/>
                </a:cubicBezTo>
                <a:lnTo>
                  <a:pt x="532" y="620"/>
                </a:lnTo>
                <a:cubicBezTo>
                  <a:pt x="506" y="674"/>
                  <a:pt x="495" y="693"/>
                  <a:pt x="453" y="693"/>
                </a:cubicBezTo>
                <a:cubicBezTo>
                  <a:pt x="400" y="693"/>
                  <a:pt x="374" y="653"/>
                  <a:pt x="374" y="625"/>
                </a:cubicBezTo>
                <a:cubicBezTo>
                  <a:pt x="374" y="613"/>
                  <a:pt x="377" y="605"/>
                  <a:pt x="383" y="591"/>
                </a:cubicBezTo>
                <a:lnTo>
                  <a:pt x="620" y="133"/>
                </a:lnTo>
                <a:moveTo>
                  <a:pt x="85" y="128"/>
                </a:moveTo>
                <a:lnTo>
                  <a:pt x="64" y="128"/>
                </a:lnTo>
                <a:cubicBezTo>
                  <a:pt x="19" y="128"/>
                  <a:pt x="0" y="97"/>
                  <a:pt x="0" y="64"/>
                </a:cubicBezTo>
                <a:cubicBezTo>
                  <a:pt x="0" y="31"/>
                  <a:pt x="24" y="0"/>
                  <a:pt x="64" y="0"/>
                </a:cubicBezTo>
                <a:lnTo>
                  <a:pt x="149" y="0"/>
                </a:lnTo>
                <a:cubicBezTo>
                  <a:pt x="189" y="0"/>
                  <a:pt x="212" y="30"/>
                  <a:pt x="212" y="69"/>
                </a:cubicBezTo>
                <a:lnTo>
                  <a:pt x="212" y="618"/>
                </a:lnTo>
                <a:cubicBezTo>
                  <a:pt x="212" y="666"/>
                  <a:pt x="189" y="693"/>
                  <a:pt x="148" y="693"/>
                </a:cubicBezTo>
                <a:cubicBezTo>
                  <a:pt x="107" y="693"/>
                  <a:pt x="85" y="666"/>
                  <a:pt x="85" y="618"/>
                </a:cubicBezTo>
                <a:lnTo>
                  <a:pt x="85" y="128"/>
                </a:ln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2609640" y="2428560"/>
            <a:ext cx="543240" cy="200160"/>
          </a:xfrm>
          <a:custGeom>
            <a:avLst/>
            <a:gdLst/>
            <a:ahLst/>
            <a:rect l="0" t="0" r="r" b="b"/>
            <a:pathLst>
              <a:path w="1509" h="556">
                <a:moveTo>
                  <a:pt x="1288" y="0"/>
                </a:moveTo>
                <a:cubicBezTo>
                  <a:pt x="1295" y="13"/>
                  <a:pt x="1300" y="27"/>
                  <a:pt x="1300" y="43"/>
                </a:cubicBezTo>
                <a:cubicBezTo>
                  <a:pt x="1300" y="90"/>
                  <a:pt x="1262" y="128"/>
                  <a:pt x="1216" y="128"/>
                </a:cubicBezTo>
                <a:cubicBezTo>
                  <a:pt x="1170" y="128"/>
                  <a:pt x="1132" y="90"/>
                  <a:pt x="1132" y="43"/>
                </a:cubicBezTo>
                <a:cubicBezTo>
                  <a:pt x="1132" y="27"/>
                  <a:pt x="1137" y="13"/>
                  <a:pt x="1144" y="0"/>
                </a:cubicBezTo>
                <a:lnTo>
                  <a:pt x="366" y="0"/>
                </a:lnTo>
                <a:cubicBezTo>
                  <a:pt x="373" y="13"/>
                  <a:pt x="377" y="27"/>
                  <a:pt x="377" y="43"/>
                </a:cubicBezTo>
                <a:cubicBezTo>
                  <a:pt x="377" y="90"/>
                  <a:pt x="340" y="128"/>
                  <a:pt x="293" y="128"/>
                </a:cubicBezTo>
                <a:cubicBezTo>
                  <a:pt x="247" y="128"/>
                  <a:pt x="210" y="90"/>
                  <a:pt x="210" y="43"/>
                </a:cubicBezTo>
                <a:cubicBezTo>
                  <a:pt x="210" y="27"/>
                  <a:pt x="214" y="13"/>
                  <a:pt x="221" y="0"/>
                </a:cubicBezTo>
                <a:lnTo>
                  <a:pt x="84" y="0"/>
                </a:lnTo>
                <a:cubicBezTo>
                  <a:pt x="38" y="0"/>
                  <a:pt x="0" y="39"/>
                  <a:pt x="0" y="86"/>
                </a:cubicBezTo>
                <a:lnTo>
                  <a:pt x="0" y="556"/>
                </a:lnTo>
                <a:lnTo>
                  <a:pt x="1509" y="556"/>
                </a:lnTo>
                <a:lnTo>
                  <a:pt x="1509" y="86"/>
                </a:lnTo>
                <a:cubicBezTo>
                  <a:pt x="1509" y="39"/>
                  <a:pt x="1472" y="0"/>
                  <a:pt x="1425" y="0"/>
                </a:cubicBezTo>
                <a:lnTo>
                  <a:pt x="1288" y="0"/>
                </a:lnTo>
                <a:close/>
              </a:path>
            </a:pathLst>
          </a:custGeom>
          <a:solidFill>
            <a:srgbClr val="dd2f4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2634840" y="2487240"/>
            <a:ext cx="234360" cy="112320"/>
          </a:xfrm>
          <a:custGeom>
            <a:avLst/>
            <a:gdLst/>
            <a:ahLst/>
            <a:rect l="0" t="0" r="r" b="b"/>
            <a:pathLst>
              <a:path w="651" h="312">
                <a:moveTo>
                  <a:pt x="483" y="34"/>
                </a:moveTo>
                <a:cubicBezTo>
                  <a:pt x="483" y="12"/>
                  <a:pt x="497" y="0"/>
                  <a:pt x="515" y="0"/>
                </a:cubicBezTo>
                <a:cubicBezTo>
                  <a:pt x="533" y="0"/>
                  <a:pt x="546" y="12"/>
                  <a:pt x="546" y="34"/>
                </a:cubicBezTo>
                <a:lnTo>
                  <a:pt x="546" y="248"/>
                </a:lnTo>
                <a:lnTo>
                  <a:pt x="621" y="248"/>
                </a:lnTo>
                <a:cubicBezTo>
                  <a:pt x="642" y="248"/>
                  <a:pt x="651" y="265"/>
                  <a:pt x="651" y="279"/>
                </a:cubicBezTo>
                <a:cubicBezTo>
                  <a:pt x="650" y="293"/>
                  <a:pt x="639" y="307"/>
                  <a:pt x="621" y="307"/>
                </a:cubicBezTo>
                <a:lnTo>
                  <a:pt x="516" y="307"/>
                </a:lnTo>
                <a:cubicBezTo>
                  <a:pt x="495" y="307"/>
                  <a:pt x="483" y="294"/>
                  <a:pt x="483" y="272"/>
                </a:cubicBezTo>
                <a:lnTo>
                  <a:pt x="483" y="34"/>
                </a:lnTo>
                <a:moveTo>
                  <a:pt x="194" y="34"/>
                </a:moveTo>
                <a:cubicBezTo>
                  <a:pt x="194" y="12"/>
                  <a:pt x="207" y="0"/>
                  <a:pt x="225" y="0"/>
                </a:cubicBezTo>
                <a:cubicBezTo>
                  <a:pt x="243" y="0"/>
                  <a:pt x="257" y="12"/>
                  <a:pt x="257" y="34"/>
                </a:cubicBezTo>
                <a:lnTo>
                  <a:pt x="257" y="183"/>
                </a:lnTo>
                <a:cubicBezTo>
                  <a:pt x="257" y="223"/>
                  <a:pt x="281" y="254"/>
                  <a:pt x="321" y="254"/>
                </a:cubicBezTo>
                <a:cubicBezTo>
                  <a:pt x="359" y="254"/>
                  <a:pt x="385" y="221"/>
                  <a:pt x="385" y="183"/>
                </a:cubicBezTo>
                <a:lnTo>
                  <a:pt x="385" y="34"/>
                </a:lnTo>
                <a:cubicBezTo>
                  <a:pt x="385" y="12"/>
                  <a:pt x="399" y="0"/>
                  <a:pt x="417" y="0"/>
                </a:cubicBezTo>
                <a:cubicBezTo>
                  <a:pt x="435" y="0"/>
                  <a:pt x="448" y="12"/>
                  <a:pt x="448" y="34"/>
                </a:cubicBezTo>
                <a:lnTo>
                  <a:pt x="448" y="187"/>
                </a:lnTo>
                <a:cubicBezTo>
                  <a:pt x="448" y="258"/>
                  <a:pt x="390" y="312"/>
                  <a:pt x="321" y="312"/>
                </a:cubicBezTo>
                <a:cubicBezTo>
                  <a:pt x="251" y="312"/>
                  <a:pt x="194" y="259"/>
                  <a:pt x="194" y="187"/>
                </a:cubicBezTo>
                <a:lnTo>
                  <a:pt x="194" y="34"/>
                </a:lnTo>
                <a:moveTo>
                  <a:pt x="161" y="222"/>
                </a:moveTo>
                <a:cubicBezTo>
                  <a:pt x="161" y="294"/>
                  <a:pt x="115" y="312"/>
                  <a:pt x="77" y="312"/>
                </a:cubicBezTo>
                <a:cubicBezTo>
                  <a:pt x="48" y="312"/>
                  <a:pt x="0" y="301"/>
                  <a:pt x="0" y="264"/>
                </a:cubicBezTo>
                <a:cubicBezTo>
                  <a:pt x="0" y="252"/>
                  <a:pt x="10" y="238"/>
                  <a:pt x="24" y="238"/>
                </a:cubicBezTo>
                <a:cubicBezTo>
                  <a:pt x="40" y="238"/>
                  <a:pt x="55" y="254"/>
                  <a:pt x="74" y="254"/>
                </a:cubicBezTo>
                <a:cubicBezTo>
                  <a:pt x="97" y="254"/>
                  <a:pt x="97" y="231"/>
                  <a:pt x="97" y="218"/>
                </a:cubicBezTo>
                <a:lnTo>
                  <a:pt x="97" y="34"/>
                </a:lnTo>
                <a:cubicBezTo>
                  <a:pt x="97" y="12"/>
                  <a:pt x="111" y="0"/>
                  <a:pt x="129" y="0"/>
                </a:cubicBezTo>
                <a:cubicBezTo>
                  <a:pt x="148" y="0"/>
                  <a:pt x="161" y="12"/>
                  <a:pt x="161" y="34"/>
                </a:cubicBezTo>
                <a:lnTo>
                  <a:pt x="161" y="222"/>
                </a:lnTo>
                <a:close/>
              </a:path>
            </a:pathLst>
          </a:custGeom>
          <a:solidFill>
            <a:srgbClr val="f5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2956680" y="2520720"/>
            <a:ext cx="165960" cy="77040"/>
          </a:xfrm>
          <a:custGeom>
            <a:avLst/>
            <a:gdLst/>
            <a:ahLst/>
            <a:rect l="0" t="0" r="r" b="b"/>
            <a:pathLst>
              <a:path w="461" h="214">
                <a:moveTo>
                  <a:pt x="420" y="214"/>
                </a:moveTo>
                <a:cubicBezTo>
                  <a:pt x="443" y="214"/>
                  <a:pt x="461" y="195"/>
                  <a:pt x="461" y="172"/>
                </a:cubicBezTo>
                <a:cubicBezTo>
                  <a:pt x="461" y="148"/>
                  <a:pt x="443" y="128"/>
                  <a:pt x="420" y="128"/>
                </a:cubicBezTo>
                <a:cubicBezTo>
                  <a:pt x="396" y="128"/>
                  <a:pt x="378" y="148"/>
                  <a:pt x="378" y="172"/>
                </a:cubicBezTo>
                <a:cubicBezTo>
                  <a:pt x="378" y="195"/>
                  <a:pt x="396" y="214"/>
                  <a:pt x="420" y="214"/>
                </a:cubicBezTo>
                <a:moveTo>
                  <a:pt x="420" y="85"/>
                </a:moveTo>
                <a:cubicBezTo>
                  <a:pt x="443" y="85"/>
                  <a:pt x="461" y="66"/>
                  <a:pt x="461" y="43"/>
                </a:cubicBezTo>
                <a:cubicBezTo>
                  <a:pt x="461" y="19"/>
                  <a:pt x="443" y="0"/>
                  <a:pt x="420" y="0"/>
                </a:cubicBezTo>
                <a:cubicBezTo>
                  <a:pt x="396" y="0"/>
                  <a:pt x="378" y="19"/>
                  <a:pt x="378" y="43"/>
                </a:cubicBezTo>
                <a:cubicBezTo>
                  <a:pt x="378" y="66"/>
                  <a:pt x="396" y="85"/>
                  <a:pt x="420" y="85"/>
                </a:cubicBezTo>
                <a:moveTo>
                  <a:pt x="293" y="214"/>
                </a:moveTo>
                <a:cubicBezTo>
                  <a:pt x="317" y="214"/>
                  <a:pt x="336" y="195"/>
                  <a:pt x="336" y="172"/>
                </a:cubicBezTo>
                <a:cubicBezTo>
                  <a:pt x="336" y="148"/>
                  <a:pt x="317" y="128"/>
                  <a:pt x="293" y="128"/>
                </a:cubicBezTo>
                <a:cubicBezTo>
                  <a:pt x="270" y="128"/>
                  <a:pt x="251" y="148"/>
                  <a:pt x="251" y="172"/>
                </a:cubicBezTo>
                <a:cubicBezTo>
                  <a:pt x="251" y="195"/>
                  <a:pt x="270" y="214"/>
                  <a:pt x="293" y="214"/>
                </a:cubicBezTo>
                <a:moveTo>
                  <a:pt x="293" y="85"/>
                </a:moveTo>
                <a:cubicBezTo>
                  <a:pt x="317" y="85"/>
                  <a:pt x="336" y="66"/>
                  <a:pt x="336" y="43"/>
                </a:cubicBezTo>
                <a:cubicBezTo>
                  <a:pt x="336" y="19"/>
                  <a:pt x="317" y="0"/>
                  <a:pt x="293" y="0"/>
                </a:cubicBezTo>
                <a:cubicBezTo>
                  <a:pt x="270" y="0"/>
                  <a:pt x="251" y="19"/>
                  <a:pt x="251" y="43"/>
                </a:cubicBezTo>
                <a:cubicBezTo>
                  <a:pt x="251" y="66"/>
                  <a:pt x="270" y="85"/>
                  <a:pt x="293" y="85"/>
                </a:cubicBezTo>
                <a:moveTo>
                  <a:pt x="167" y="214"/>
                </a:moveTo>
                <a:cubicBezTo>
                  <a:pt x="190" y="214"/>
                  <a:pt x="209" y="195"/>
                  <a:pt x="209" y="172"/>
                </a:cubicBezTo>
                <a:cubicBezTo>
                  <a:pt x="209" y="148"/>
                  <a:pt x="190" y="128"/>
                  <a:pt x="167" y="128"/>
                </a:cubicBezTo>
                <a:cubicBezTo>
                  <a:pt x="144" y="128"/>
                  <a:pt x="125" y="148"/>
                  <a:pt x="125" y="172"/>
                </a:cubicBezTo>
                <a:cubicBezTo>
                  <a:pt x="125" y="195"/>
                  <a:pt x="144" y="214"/>
                  <a:pt x="167" y="214"/>
                </a:cubicBezTo>
                <a:moveTo>
                  <a:pt x="167" y="85"/>
                </a:moveTo>
                <a:cubicBezTo>
                  <a:pt x="190" y="85"/>
                  <a:pt x="209" y="66"/>
                  <a:pt x="209" y="43"/>
                </a:cubicBezTo>
                <a:cubicBezTo>
                  <a:pt x="209" y="19"/>
                  <a:pt x="190" y="0"/>
                  <a:pt x="167" y="0"/>
                </a:cubicBezTo>
                <a:cubicBezTo>
                  <a:pt x="144" y="0"/>
                  <a:pt x="125" y="19"/>
                  <a:pt x="125" y="43"/>
                </a:cubicBezTo>
                <a:cubicBezTo>
                  <a:pt x="125" y="66"/>
                  <a:pt x="144" y="85"/>
                  <a:pt x="167" y="85"/>
                </a:cubicBezTo>
                <a:moveTo>
                  <a:pt x="41" y="85"/>
                </a:moveTo>
                <a:cubicBezTo>
                  <a:pt x="65" y="85"/>
                  <a:pt x="83" y="66"/>
                  <a:pt x="83" y="43"/>
                </a:cubicBezTo>
                <a:cubicBezTo>
                  <a:pt x="83" y="19"/>
                  <a:pt x="65" y="0"/>
                  <a:pt x="41" y="0"/>
                </a:cubicBezTo>
                <a:cubicBezTo>
                  <a:pt x="18" y="0"/>
                  <a:pt x="0" y="19"/>
                  <a:pt x="0" y="43"/>
                </a:cubicBezTo>
                <a:cubicBezTo>
                  <a:pt x="0" y="66"/>
                  <a:pt x="18" y="85"/>
                  <a:pt x="41" y="85"/>
                </a:cubicBezTo>
                <a:moveTo>
                  <a:pt x="41" y="214"/>
                </a:moveTo>
                <a:cubicBezTo>
                  <a:pt x="65" y="214"/>
                  <a:pt x="83" y="195"/>
                  <a:pt x="83" y="172"/>
                </a:cubicBezTo>
                <a:cubicBezTo>
                  <a:pt x="83" y="148"/>
                  <a:pt x="65" y="128"/>
                  <a:pt x="41" y="128"/>
                </a:cubicBezTo>
                <a:cubicBezTo>
                  <a:pt x="18" y="128"/>
                  <a:pt x="0" y="148"/>
                  <a:pt x="0" y="172"/>
                </a:cubicBezTo>
                <a:cubicBezTo>
                  <a:pt x="0" y="195"/>
                  <a:pt x="18" y="214"/>
                  <a:pt x="41" y="214"/>
                </a:cubicBezTo>
                <a:close/>
              </a:path>
            </a:pathLst>
          </a:custGeom>
          <a:solidFill>
            <a:srgbClr val="f4a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4700520" y="1130400"/>
            <a:ext cx="27439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54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次回予告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3183120" y="2342520"/>
            <a:ext cx="640728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 2025/11/14 14:00</a:t>
            </a:r>
            <a:r>
              <a:rPr b="1" lang="ja-JP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〜</a:t>
            </a:r>
            <a:endParaRPr b="0" lang="en-US" sz="4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2548080" y="3446640"/>
            <a:ext cx="685872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次回のテーマは決まり次第お知らせします︕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677520" y="5095800"/>
            <a:ext cx="10836720" cy="28800"/>
          </a:xfrm>
          <a:custGeom>
            <a:avLst/>
            <a:gdLst/>
            <a:ahLst/>
            <a:rect l="0" t="0" r="r" b="b"/>
            <a:pathLst>
              <a:path w="30102" h="80">
                <a:moveTo>
                  <a:pt x="29490" y="80"/>
                </a:moveTo>
                <a:lnTo>
                  <a:pt x="23300" y="80"/>
                </a:lnTo>
                <a:lnTo>
                  <a:pt x="23300" y="0"/>
                </a:lnTo>
                <a:lnTo>
                  <a:pt x="29490" y="0"/>
                </a:lnTo>
                <a:lnTo>
                  <a:pt x="29490" y="80"/>
                </a:lnTo>
                <a:moveTo>
                  <a:pt x="30067" y="0"/>
                </a:moveTo>
                <a:lnTo>
                  <a:pt x="30102" y="0"/>
                </a:lnTo>
                <a:lnTo>
                  <a:pt x="30102" y="80"/>
                </a:lnTo>
                <a:lnTo>
                  <a:pt x="30067" y="80"/>
                </a:lnTo>
                <a:lnTo>
                  <a:pt x="30067" y="0"/>
                </a:lnTo>
                <a:moveTo>
                  <a:pt x="22994" y="80"/>
                </a:moveTo>
                <a:lnTo>
                  <a:pt x="7066" y="80"/>
                </a:lnTo>
                <a:lnTo>
                  <a:pt x="7066" y="0"/>
                </a:lnTo>
                <a:lnTo>
                  <a:pt x="22994" y="0"/>
                </a:lnTo>
                <a:lnTo>
                  <a:pt x="22994" y="80"/>
                </a:lnTo>
                <a:moveTo>
                  <a:pt x="6760" y="80"/>
                </a:moveTo>
                <a:lnTo>
                  <a:pt x="1666" y="80"/>
                </a:lnTo>
                <a:lnTo>
                  <a:pt x="1666" y="0"/>
                </a:lnTo>
                <a:lnTo>
                  <a:pt x="6760" y="0"/>
                </a:lnTo>
                <a:lnTo>
                  <a:pt x="6760" y="80"/>
                </a:lnTo>
                <a:moveTo>
                  <a:pt x="1394" y="80"/>
                </a:moveTo>
                <a:lnTo>
                  <a:pt x="0" y="80"/>
                </a:lnTo>
                <a:lnTo>
                  <a:pt x="0" y="0"/>
                </a:lnTo>
                <a:lnTo>
                  <a:pt x="1394" y="0"/>
                </a:lnTo>
                <a:lnTo>
                  <a:pt x="1394" y="80"/>
                </a:lnTo>
                <a:close/>
              </a:path>
            </a:pathLst>
          </a:custGeom>
          <a:solidFill>
            <a:srgbClr val="0288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929160" y="4246560"/>
            <a:ext cx="1059804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最新情報は </a:t>
            </a:r>
            <a:r>
              <a:rPr b="0" lang="en-US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YouTube </a:t>
            </a:r>
            <a:r>
              <a:rPr b="0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チャンネル・</a:t>
            </a:r>
            <a:r>
              <a:rPr b="0" lang="en-US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X</a:t>
            </a:r>
            <a:r>
              <a:rPr b="0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（旧</a:t>
            </a:r>
            <a:r>
              <a:rPr b="0" lang="en-US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Twitter</a:t>
            </a:r>
            <a:r>
              <a:rPr b="0" lang="ja-JP" sz="270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）でお知らせ︕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5712480" y="5553000"/>
            <a:ext cx="767160" cy="28800"/>
          </a:xfrm>
          <a:custGeom>
            <a:avLst/>
            <a:gdLst/>
            <a:ahLst/>
            <a:rect l="0" t="0" r="r" b="b"/>
            <a:pathLst>
              <a:path w="2131" h="80">
                <a:moveTo>
                  <a:pt x="0" y="0"/>
                </a:moveTo>
                <a:lnTo>
                  <a:pt x="2131" y="0"/>
                </a:lnTo>
                <a:lnTo>
                  <a:pt x="2131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0288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677880" y="4713480"/>
            <a:ext cx="1020024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700" strike="noStrike" u="none">
                <a:solidFill>
                  <a:srgbClr val="0288d1"/>
                </a:solidFill>
                <a:effectLst/>
                <a:uFillTx/>
                <a:latin typeface="Meiryo"/>
                <a:ea typeface="Meiryo"/>
              </a:rPr>
              <a:t>https://www.youtube.com/channel/UCrf4bEl7yJnkGYo3F67g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5712480" y="5170680"/>
            <a:ext cx="73188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700" strike="noStrike" u="none">
                <a:solidFill>
                  <a:srgbClr val="0288d1"/>
                </a:solidFill>
                <a:effectLst/>
                <a:uFillTx/>
                <a:latin typeface="Meiryo"/>
                <a:ea typeface="Meiryo"/>
              </a:rPr>
              <a:t>A7w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11589120" y="6319440"/>
            <a:ext cx="34164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13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60" name="" descr=""/>
          <p:cNvPicPr/>
          <p:nvPr/>
        </p:nvPicPr>
        <p:blipFill>
          <a:blip r:embed="rId1"/>
          <a:stretch/>
        </p:blipFill>
        <p:spPr>
          <a:xfrm>
            <a:off x="304920" y="2133720"/>
            <a:ext cx="2800080" cy="2590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1" name=""/>
          <p:cNvSpPr txBox="1"/>
          <p:nvPr/>
        </p:nvSpPr>
        <p:spPr>
          <a:xfrm>
            <a:off x="4314240" y="1940040"/>
            <a:ext cx="68587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54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ご参加ありがとうござ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6058440" y="2863800"/>
            <a:ext cx="34297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540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いました︕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4159080" y="4076280"/>
            <a:ext cx="713304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4320" strike="noStrike" u="non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また次回お会いしましょう︕</a:t>
            </a:r>
            <a:endParaRPr b="0" lang="en-US" sz="4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11589120" y="6319440"/>
            <a:ext cx="34164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60" strike="noStrike" u="non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14</a:t>
            </a:r>
            <a:endParaRPr b="0" lang="en-US" sz="2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LibreOffice/25.8.1.1$Windows_X86_64 LibreOffice_project/54047653041915e595ad4e45cccea684809c77b5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