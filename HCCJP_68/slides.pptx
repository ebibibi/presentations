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B011C-B5FA-4F77-A012-2BE74E0577E1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E84F8C-D26B-409B-837D-94CA299B69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24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E84F8C-D26B-409B-837D-94CA299B69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429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ja-JP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クリックしてタイトルテキストを編集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クリックしてアウトラインのテキストを編集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ja-JP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ja-JP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r>
              <a:rPr lang="ja-JP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レベル アウトライン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hccjp.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@hccjp.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フリーフォーム: 図形 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フリーフォーム: 図形 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フリーフォーム: 図形 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9" name="図 8"/>
          <p:cNvPicPr/>
          <p:nvPr/>
        </p:nvPicPr>
        <p:blipFill>
          <a:blip r:embed="rId2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テキスト ボックス 9"/>
          <p:cNvSpPr txBox="1"/>
          <p:nvPr/>
        </p:nvSpPr>
        <p:spPr>
          <a:xfrm>
            <a:off x="739800" y="1625760"/>
            <a:ext cx="751716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 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第</a:t>
            </a:r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68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回勉強会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77532" y="2837880"/>
            <a:ext cx="7210307" cy="664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</a:t>
            </a:r>
            <a:r>
              <a:rPr lang="ja-JP" altLang="en-US" sz="4320" b="1" dirty="0">
                <a:solidFill>
                  <a:srgbClr val="0078D4"/>
                </a:solidFill>
                <a:latin typeface="Meiryo"/>
                <a:ea typeface="Meiryo"/>
              </a:rPr>
              <a:t>会</a:t>
            </a:r>
            <a:endParaRPr lang="en-US" sz="4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308960" y="4675320"/>
            <a:ext cx="6387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2025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年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⽉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⽇（⾦）</a:t>
            </a:r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開始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フリーフォーム: 図形 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フリーフォーム: 図形 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フリーフォーム: 図形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666720" y="61848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本⽇のテーマ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666720" y="1605600"/>
            <a:ext cx="1013184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Microsoft Ignite 2025 </a:t>
            </a:r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注⽬ポイント共有会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666720" y="2608200"/>
            <a:ext cx="87372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からの最新情報を、複数の視点でお届けします︕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テキスト ボックス 2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フリーフォーム: 図形 2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フリーフォーム: 図形 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フリーフォーム: 図形 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" name="図 24"/>
          <p:cNvPicPr/>
          <p:nvPr/>
        </p:nvPicPr>
        <p:blipFill>
          <a:blip r:embed="rId2"/>
          <a:stretch/>
        </p:blipFill>
        <p:spPr>
          <a:xfrm>
            <a:off x="8896320" y="2076480"/>
            <a:ext cx="2923920" cy="270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" name="テキスト ボックス 25"/>
          <p:cNvSpPr txBox="1"/>
          <p:nvPr/>
        </p:nvSpPr>
        <p:spPr>
          <a:xfrm>
            <a:off x="2174040" y="180684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2962440" y="3103560"/>
            <a:ext cx="25149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司会︓胡⽥ 昌彦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606320" y="357048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700200" y="4037040"/>
            <a:ext cx="66758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 for Cloud and Datacenter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1608120" y="4494240"/>
            <a:ext cx="49906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Management, Microsoft Azure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フリーフォーム: 図形 3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フリーフォーム: 図形 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フリーフォーム: 図形 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フリーフォーム: 図形 34"/>
          <p:cNvSpPr/>
          <p:nvPr/>
        </p:nvSpPr>
        <p:spPr>
          <a:xfrm>
            <a:off x="676080" y="1209600"/>
            <a:ext cx="705240" cy="314640"/>
          </a:xfrm>
          <a:custGeom>
            <a:avLst/>
            <a:gdLst/>
            <a:ahLst/>
            <a:cxnLst/>
            <a:rect l="0" t="0" r="r" b="b"/>
            <a:pathLst>
              <a:path w="1959" h="874">
                <a:moveTo>
                  <a:pt x="0" y="0"/>
                </a:moveTo>
                <a:lnTo>
                  <a:pt x="1959" y="0"/>
                </a:lnTo>
                <a:lnTo>
                  <a:pt x="1959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フリーフォーム: 図形 35"/>
          <p:cNvSpPr/>
          <p:nvPr/>
        </p:nvSpPr>
        <p:spPr>
          <a:xfrm>
            <a:off x="1380960" y="1209600"/>
            <a:ext cx="552960" cy="314640"/>
          </a:xfrm>
          <a:custGeom>
            <a:avLst/>
            <a:gdLst/>
            <a:ahLst/>
            <a:cxnLst/>
            <a:rect l="0" t="0" r="r" b="b"/>
            <a:pathLst>
              <a:path w="1536" h="874">
                <a:moveTo>
                  <a:pt x="0" y="0"/>
                </a:moveTo>
                <a:lnTo>
                  <a:pt x="1536" y="0"/>
                </a:lnTo>
                <a:lnTo>
                  <a:pt x="1536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フリーフォーム: 図形 36"/>
          <p:cNvSpPr/>
          <p:nvPr/>
        </p:nvSpPr>
        <p:spPr>
          <a:xfrm>
            <a:off x="1933560" y="1209600"/>
            <a:ext cx="4829400" cy="314640"/>
          </a:xfrm>
          <a:custGeom>
            <a:avLst/>
            <a:gdLst/>
            <a:ahLst/>
            <a:cxnLst/>
            <a:rect l="0" t="0" r="r" b="b"/>
            <a:pathLst>
              <a:path w="13415" h="874">
                <a:moveTo>
                  <a:pt x="0" y="0"/>
                </a:moveTo>
                <a:lnTo>
                  <a:pt x="13415" y="0"/>
                </a:lnTo>
                <a:lnTo>
                  <a:pt x="13415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フリーフォーム: 図形 37"/>
          <p:cNvSpPr/>
          <p:nvPr/>
        </p:nvSpPr>
        <p:spPr>
          <a:xfrm>
            <a:off x="6762600" y="1209600"/>
            <a:ext cx="4762800" cy="314640"/>
          </a:xfrm>
          <a:custGeom>
            <a:avLst/>
            <a:gdLst/>
            <a:ahLst/>
            <a:cxnLst/>
            <a:rect l="0" t="0" r="r" b="b"/>
            <a:pathLst>
              <a:path w="13230" h="874">
                <a:moveTo>
                  <a:pt x="0" y="0"/>
                </a:moveTo>
                <a:lnTo>
                  <a:pt x="13230" y="0"/>
                </a:lnTo>
                <a:lnTo>
                  <a:pt x="13230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フリーフォーム: 図形 38"/>
          <p:cNvSpPr/>
          <p:nvPr/>
        </p:nvSpPr>
        <p:spPr>
          <a:xfrm>
            <a:off x="676080" y="1523880"/>
            <a:ext cx="705240" cy="543240"/>
          </a:xfrm>
          <a:custGeom>
            <a:avLst/>
            <a:gdLst/>
            <a:ahLst/>
            <a:cxn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フリーフォーム: 図形 39"/>
          <p:cNvSpPr/>
          <p:nvPr/>
        </p:nvSpPr>
        <p:spPr>
          <a:xfrm>
            <a:off x="1380960" y="1523880"/>
            <a:ext cx="552960" cy="543240"/>
          </a:xfrm>
          <a:custGeom>
            <a:avLst/>
            <a:gdLst/>
            <a:ahLst/>
            <a:cxnLst/>
            <a:rect l="0" t="0" r="r" b="b"/>
            <a:pathLst>
              <a:path w="1536" h="1509">
                <a:moveTo>
                  <a:pt x="0" y="0"/>
                </a:moveTo>
                <a:lnTo>
                  <a:pt x="1536" y="0"/>
                </a:lnTo>
                <a:lnTo>
                  <a:pt x="153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フリーフォーム: 図形 40"/>
          <p:cNvSpPr/>
          <p:nvPr/>
        </p:nvSpPr>
        <p:spPr>
          <a:xfrm>
            <a:off x="1933560" y="1523880"/>
            <a:ext cx="4829400" cy="543240"/>
          </a:xfrm>
          <a:custGeom>
            <a:avLst/>
            <a:gdLst/>
            <a:ahLst/>
            <a:cxnLst/>
            <a:rect l="0" t="0" r="r" b="b"/>
            <a:pathLst>
              <a:path w="13415" h="1509">
                <a:moveTo>
                  <a:pt x="0" y="0"/>
                </a:moveTo>
                <a:lnTo>
                  <a:pt x="13415" y="0"/>
                </a:lnTo>
                <a:lnTo>
                  <a:pt x="1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フリーフォーム: 図形 41"/>
          <p:cNvSpPr/>
          <p:nvPr/>
        </p:nvSpPr>
        <p:spPr>
          <a:xfrm>
            <a:off x="6762600" y="1523880"/>
            <a:ext cx="4762800" cy="543240"/>
          </a:xfrm>
          <a:custGeom>
            <a:avLst/>
            <a:gdLst/>
            <a:ahLst/>
            <a:cxnLst/>
            <a:rect l="0" t="0" r="r" b="b"/>
            <a:pathLst>
              <a:path w="13230" h="1509">
                <a:moveTo>
                  <a:pt x="0" y="0"/>
                </a:moveTo>
                <a:lnTo>
                  <a:pt x="13230" y="0"/>
                </a:lnTo>
                <a:lnTo>
                  <a:pt x="132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フリーフォーム: 図形 42"/>
          <p:cNvSpPr/>
          <p:nvPr/>
        </p:nvSpPr>
        <p:spPr>
          <a:xfrm>
            <a:off x="676080" y="2600280"/>
            <a:ext cx="705240" cy="543240"/>
          </a:xfrm>
          <a:custGeom>
            <a:avLst/>
            <a:gdLst/>
            <a:ahLst/>
            <a:cxn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フリーフォーム: 図形 43"/>
          <p:cNvSpPr/>
          <p:nvPr/>
        </p:nvSpPr>
        <p:spPr>
          <a:xfrm>
            <a:off x="1380960" y="2600280"/>
            <a:ext cx="552960" cy="543240"/>
          </a:xfrm>
          <a:custGeom>
            <a:avLst/>
            <a:gdLst/>
            <a:ahLst/>
            <a:cxnLst/>
            <a:rect l="0" t="0" r="r" b="b"/>
            <a:pathLst>
              <a:path w="1536" h="1509">
                <a:moveTo>
                  <a:pt x="0" y="0"/>
                </a:moveTo>
                <a:lnTo>
                  <a:pt x="1536" y="0"/>
                </a:lnTo>
                <a:lnTo>
                  <a:pt x="153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フリーフォーム: 図形 44"/>
          <p:cNvSpPr/>
          <p:nvPr/>
        </p:nvSpPr>
        <p:spPr>
          <a:xfrm>
            <a:off x="1933560" y="2600280"/>
            <a:ext cx="4829400" cy="543240"/>
          </a:xfrm>
          <a:custGeom>
            <a:avLst/>
            <a:gdLst/>
            <a:ahLst/>
            <a:cxnLst/>
            <a:rect l="0" t="0" r="r" b="b"/>
            <a:pathLst>
              <a:path w="13415" h="1509">
                <a:moveTo>
                  <a:pt x="0" y="0"/>
                </a:moveTo>
                <a:lnTo>
                  <a:pt x="13415" y="0"/>
                </a:lnTo>
                <a:lnTo>
                  <a:pt x="1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フリーフォーム: 図形 45"/>
          <p:cNvSpPr/>
          <p:nvPr/>
        </p:nvSpPr>
        <p:spPr>
          <a:xfrm>
            <a:off x="6762600" y="2600280"/>
            <a:ext cx="4762800" cy="543240"/>
          </a:xfrm>
          <a:custGeom>
            <a:avLst/>
            <a:gdLst/>
            <a:ahLst/>
            <a:cxnLst/>
            <a:rect l="0" t="0" r="r" b="b"/>
            <a:pathLst>
              <a:path w="13230" h="1509">
                <a:moveTo>
                  <a:pt x="0" y="0"/>
                </a:moveTo>
                <a:lnTo>
                  <a:pt x="13230" y="0"/>
                </a:lnTo>
                <a:lnTo>
                  <a:pt x="132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フリーフォーム: 図形 46"/>
          <p:cNvSpPr/>
          <p:nvPr/>
        </p:nvSpPr>
        <p:spPr>
          <a:xfrm>
            <a:off x="676080" y="3686040"/>
            <a:ext cx="705240" cy="543240"/>
          </a:xfrm>
          <a:custGeom>
            <a:avLst/>
            <a:gdLst/>
            <a:ahLst/>
            <a:cxnLst/>
            <a:rect l="0" t="0" r="r" b="b"/>
            <a:pathLst>
              <a:path w="1959" h="1509">
                <a:moveTo>
                  <a:pt x="0" y="0"/>
                </a:moveTo>
                <a:lnTo>
                  <a:pt x="1959" y="0"/>
                </a:lnTo>
                <a:lnTo>
                  <a:pt x="1959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フリーフォーム: 図形 47"/>
          <p:cNvSpPr/>
          <p:nvPr/>
        </p:nvSpPr>
        <p:spPr>
          <a:xfrm>
            <a:off x="1380960" y="3686040"/>
            <a:ext cx="552960" cy="543240"/>
          </a:xfrm>
          <a:custGeom>
            <a:avLst/>
            <a:gdLst/>
            <a:ahLst/>
            <a:cxnLst/>
            <a:rect l="0" t="0" r="r" b="b"/>
            <a:pathLst>
              <a:path w="1536" h="1509">
                <a:moveTo>
                  <a:pt x="0" y="0"/>
                </a:moveTo>
                <a:lnTo>
                  <a:pt x="1536" y="0"/>
                </a:lnTo>
                <a:lnTo>
                  <a:pt x="1536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フリーフォーム: 図形 48"/>
          <p:cNvSpPr/>
          <p:nvPr/>
        </p:nvSpPr>
        <p:spPr>
          <a:xfrm>
            <a:off x="1933560" y="3686040"/>
            <a:ext cx="4829400" cy="543240"/>
          </a:xfrm>
          <a:custGeom>
            <a:avLst/>
            <a:gdLst/>
            <a:ahLst/>
            <a:cxnLst/>
            <a:rect l="0" t="0" r="r" b="b"/>
            <a:pathLst>
              <a:path w="13415" h="1509">
                <a:moveTo>
                  <a:pt x="0" y="0"/>
                </a:moveTo>
                <a:lnTo>
                  <a:pt x="13415" y="0"/>
                </a:lnTo>
                <a:lnTo>
                  <a:pt x="13415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フリーフォーム: 図形 49"/>
          <p:cNvSpPr/>
          <p:nvPr/>
        </p:nvSpPr>
        <p:spPr>
          <a:xfrm>
            <a:off x="6762600" y="3686040"/>
            <a:ext cx="4762800" cy="543240"/>
          </a:xfrm>
          <a:custGeom>
            <a:avLst/>
            <a:gdLst/>
            <a:ahLst/>
            <a:cxnLst/>
            <a:rect l="0" t="0" r="r" b="b"/>
            <a:pathLst>
              <a:path w="13230" h="1509">
                <a:moveTo>
                  <a:pt x="0" y="0"/>
                </a:moveTo>
                <a:lnTo>
                  <a:pt x="13230" y="0"/>
                </a:lnTo>
                <a:lnTo>
                  <a:pt x="13230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フリーフォーム: 図形 50"/>
          <p:cNvSpPr/>
          <p:nvPr/>
        </p:nvSpPr>
        <p:spPr>
          <a:xfrm>
            <a:off x="676080" y="4771800"/>
            <a:ext cx="705240" cy="533880"/>
          </a:xfrm>
          <a:custGeom>
            <a:avLst/>
            <a:gdLst/>
            <a:ahLst/>
            <a:cxnLst/>
            <a:rect l="0" t="0" r="r" b="b"/>
            <a:pathLst>
              <a:path w="1959" h="1483">
                <a:moveTo>
                  <a:pt x="0" y="0"/>
                </a:moveTo>
                <a:lnTo>
                  <a:pt x="1959" y="0"/>
                </a:lnTo>
                <a:lnTo>
                  <a:pt x="1959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フリーフォーム: 図形 51"/>
          <p:cNvSpPr/>
          <p:nvPr/>
        </p:nvSpPr>
        <p:spPr>
          <a:xfrm>
            <a:off x="1380960" y="4771800"/>
            <a:ext cx="552960" cy="533880"/>
          </a:xfrm>
          <a:custGeom>
            <a:avLst/>
            <a:gdLst/>
            <a:ahLst/>
            <a:cxnLst/>
            <a:rect l="0" t="0" r="r" b="b"/>
            <a:pathLst>
              <a:path w="1536" h="1483">
                <a:moveTo>
                  <a:pt x="0" y="0"/>
                </a:moveTo>
                <a:lnTo>
                  <a:pt x="1536" y="0"/>
                </a:lnTo>
                <a:lnTo>
                  <a:pt x="1536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フリーフォーム: 図形 52"/>
          <p:cNvSpPr/>
          <p:nvPr/>
        </p:nvSpPr>
        <p:spPr>
          <a:xfrm>
            <a:off x="1933560" y="4771800"/>
            <a:ext cx="4829400" cy="533880"/>
          </a:xfrm>
          <a:custGeom>
            <a:avLst/>
            <a:gdLst/>
            <a:ahLst/>
            <a:cxnLst/>
            <a:rect l="0" t="0" r="r" b="b"/>
            <a:pathLst>
              <a:path w="13415" h="1483">
                <a:moveTo>
                  <a:pt x="0" y="0"/>
                </a:moveTo>
                <a:lnTo>
                  <a:pt x="13415" y="0"/>
                </a:lnTo>
                <a:lnTo>
                  <a:pt x="13415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フリーフォーム: 図形 53"/>
          <p:cNvSpPr/>
          <p:nvPr/>
        </p:nvSpPr>
        <p:spPr>
          <a:xfrm>
            <a:off x="6762600" y="4771800"/>
            <a:ext cx="4762800" cy="533880"/>
          </a:xfrm>
          <a:custGeom>
            <a:avLst/>
            <a:gdLst/>
            <a:ahLst/>
            <a:cxnLst/>
            <a:rect l="0" t="0" r="r" b="b"/>
            <a:pathLst>
              <a:path w="13230" h="1483">
                <a:moveTo>
                  <a:pt x="0" y="0"/>
                </a:moveTo>
                <a:lnTo>
                  <a:pt x="13230" y="0"/>
                </a:lnTo>
                <a:lnTo>
                  <a:pt x="13230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フリーフォーム: 図形 54"/>
          <p:cNvSpPr/>
          <p:nvPr/>
        </p:nvSpPr>
        <p:spPr>
          <a:xfrm>
            <a:off x="66672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フリーフォーム: 図形 55"/>
          <p:cNvSpPr/>
          <p:nvPr/>
        </p:nvSpPr>
        <p:spPr>
          <a:xfrm>
            <a:off x="666720" y="120960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フリーフォーム: 図形 56"/>
          <p:cNvSpPr/>
          <p:nvPr/>
        </p:nvSpPr>
        <p:spPr>
          <a:xfrm>
            <a:off x="1371240" y="1209600"/>
            <a:ext cx="10080" cy="314640"/>
          </a:xfrm>
          <a:custGeom>
            <a:avLst/>
            <a:gdLst/>
            <a:ahLst/>
            <a:cxnLst/>
            <a:rect l="0" t="0" r="r" b="b"/>
            <a:pathLst>
              <a:path w="28" h="874">
                <a:moveTo>
                  <a:pt x="0" y="0"/>
                </a:moveTo>
                <a:lnTo>
                  <a:pt x="28" y="0"/>
                </a:lnTo>
                <a:lnTo>
                  <a:pt x="28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フリーフォーム: 図形 57"/>
          <p:cNvSpPr/>
          <p:nvPr/>
        </p:nvSpPr>
        <p:spPr>
          <a:xfrm>
            <a:off x="1380960" y="120960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フリーフォーム: 図形 58"/>
          <p:cNvSpPr/>
          <p:nvPr/>
        </p:nvSpPr>
        <p:spPr>
          <a:xfrm>
            <a:off x="193356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フリーフォーム: 図形 59"/>
          <p:cNvSpPr/>
          <p:nvPr/>
        </p:nvSpPr>
        <p:spPr>
          <a:xfrm>
            <a:off x="1942920" y="120960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フリーフォーム: 図形 60"/>
          <p:cNvSpPr/>
          <p:nvPr/>
        </p:nvSpPr>
        <p:spPr>
          <a:xfrm>
            <a:off x="676260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フリーフォーム: 図形 61"/>
          <p:cNvSpPr/>
          <p:nvPr/>
        </p:nvSpPr>
        <p:spPr>
          <a:xfrm>
            <a:off x="6771960" y="120960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フリーフォーム: 図形 62"/>
          <p:cNvSpPr/>
          <p:nvPr/>
        </p:nvSpPr>
        <p:spPr>
          <a:xfrm>
            <a:off x="11515680" y="1209600"/>
            <a:ext cx="9720" cy="314640"/>
          </a:xfrm>
          <a:custGeom>
            <a:avLst/>
            <a:gdLst/>
            <a:ahLst/>
            <a:cxnLst/>
            <a:rect l="0" t="0" r="r" b="b"/>
            <a:pathLst>
              <a:path w="27" h="874">
                <a:moveTo>
                  <a:pt x="0" y="0"/>
                </a:moveTo>
                <a:lnTo>
                  <a:pt x="27" y="0"/>
                </a:lnTo>
                <a:lnTo>
                  <a:pt x="27" y="874"/>
                </a:lnTo>
                <a:lnTo>
                  <a:pt x="0" y="874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フリーフォーム: 図形 63"/>
          <p:cNvSpPr/>
          <p:nvPr/>
        </p:nvSpPr>
        <p:spPr>
          <a:xfrm>
            <a:off x="666720" y="151416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フリーフォーム: 図形 64"/>
          <p:cNvSpPr/>
          <p:nvPr/>
        </p:nvSpPr>
        <p:spPr>
          <a:xfrm>
            <a:off x="1380960" y="1514160"/>
            <a:ext cx="562320" cy="10080"/>
          </a:xfrm>
          <a:custGeom>
            <a:avLst/>
            <a:gdLst/>
            <a:ahLst/>
            <a:cxnLst/>
            <a:rect l="0" t="0" r="r" b="b"/>
            <a:pathLst>
              <a:path w="1562" h="28">
                <a:moveTo>
                  <a:pt x="0" y="0"/>
                </a:moveTo>
                <a:lnTo>
                  <a:pt x="1562" y="0"/>
                </a:lnTo>
                <a:lnTo>
                  <a:pt x="1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フリーフォーム: 図形 65"/>
          <p:cNvSpPr/>
          <p:nvPr/>
        </p:nvSpPr>
        <p:spPr>
          <a:xfrm>
            <a:off x="1942920" y="1514160"/>
            <a:ext cx="4829400" cy="10080"/>
          </a:xfrm>
          <a:custGeom>
            <a:avLst/>
            <a:gdLst/>
            <a:ahLst/>
            <a:cxn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フリーフォーム: 図形 66"/>
          <p:cNvSpPr/>
          <p:nvPr/>
        </p:nvSpPr>
        <p:spPr>
          <a:xfrm>
            <a:off x="6771960" y="1514160"/>
            <a:ext cx="4753440" cy="10080"/>
          </a:xfrm>
          <a:custGeom>
            <a:avLst/>
            <a:gdLst/>
            <a:ahLst/>
            <a:cxnLst/>
            <a:rect l="0" t="0" r="r" b="b"/>
            <a:pathLst>
              <a:path w="13204" h="28">
                <a:moveTo>
                  <a:pt x="0" y="0"/>
                </a:moveTo>
                <a:lnTo>
                  <a:pt x="13204" y="0"/>
                </a:lnTo>
                <a:lnTo>
                  <a:pt x="13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フリーフォーム: 図形 67"/>
          <p:cNvSpPr/>
          <p:nvPr/>
        </p:nvSpPr>
        <p:spPr>
          <a:xfrm>
            <a:off x="666720" y="15238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フリーフォーム: 図形 68"/>
          <p:cNvSpPr/>
          <p:nvPr/>
        </p:nvSpPr>
        <p:spPr>
          <a:xfrm>
            <a:off x="1371240" y="152388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フリーフォーム: 図形 69"/>
          <p:cNvSpPr/>
          <p:nvPr/>
        </p:nvSpPr>
        <p:spPr>
          <a:xfrm>
            <a:off x="1933560" y="15238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フリーフォーム: 図形 70"/>
          <p:cNvSpPr/>
          <p:nvPr/>
        </p:nvSpPr>
        <p:spPr>
          <a:xfrm>
            <a:off x="6762600" y="15238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フリーフォーム: 図形 71"/>
          <p:cNvSpPr/>
          <p:nvPr/>
        </p:nvSpPr>
        <p:spPr>
          <a:xfrm>
            <a:off x="11515680" y="152388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フリーフォーム: 図形 72"/>
          <p:cNvSpPr/>
          <p:nvPr/>
        </p:nvSpPr>
        <p:spPr>
          <a:xfrm>
            <a:off x="666720" y="2066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フリーフォーム: 図形 73"/>
          <p:cNvSpPr/>
          <p:nvPr/>
        </p:nvSpPr>
        <p:spPr>
          <a:xfrm>
            <a:off x="666720" y="205704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フリーフォーム: 図形 74"/>
          <p:cNvSpPr/>
          <p:nvPr/>
        </p:nvSpPr>
        <p:spPr>
          <a:xfrm>
            <a:off x="1371240" y="206676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フリーフォーム: 図形 75"/>
          <p:cNvSpPr/>
          <p:nvPr/>
        </p:nvSpPr>
        <p:spPr>
          <a:xfrm>
            <a:off x="1380960" y="2057040"/>
            <a:ext cx="562320" cy="10080"/>
          </a:xfrm>
          <a:custGeom>
            <a:avLst/>
            <a:gdLst/>
            <a:ahLst/>
            <a:cxnLst/>
            <a:rect l="0" t="0" r="r" b="b"/>
            <a:pathLst>
              <a:path w="1562" h="28">
                <a:moveTo>
                  <a:pt x="0" y="0"/>
                </a:moveTo>
                <a:lnTo>
                  <a:pt x="1562" y="0"/>
                </a:lnTo>
                <a:lnTo>
                  <a:pt x="1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フリーフォーム: 図形 76"/>
          <p:cNvSpPr/>
          <p:nvPr/>
        </p:nvSpPr>
        <p:spPr>
          <a:xfrm>
            <a:off x="1933560" y="2066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フリーフォーム: 図形 77"/>
          <p:cNvSpPr/>
          <p:nvPr/>
        </p:nvSpPr>
        <p:spPr>
          <a:xfrm>
            <a:off x="1942920" y="2057040"/>
            <a:ext cx="4829400" cy="10080"/>
          </a:xfrm>
          <a:custGeom>
            <a:avLst/>
            <a:gdLst/>
            <a:ahLst/>
            <a:cxn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フリーフォーム: 図形 78"/>
          <p:cNvSpPr/>
          <p:nvPr/>
        </p:nvSpPr>
        <p:spPr>
          <a:xfrm>
            <a:off x="6762600" y="2066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フリーフォーム: 図形 79"/>
          <p:cNvSpPr/>
          <p:nvPr/>
        </p:nvSpPr>
        <p:spPr>
          <a:xfrm>
            <a:off x="6771960" y="2057040"/>
            <a:ext cx="4753440" cy="10080"/>
          </a:xfrm>
          <a:custGeom>
            <a:avLst/>
            <a:gdLst/>
            <a:ahLst/>
            <a:cxnLst/>
            <a:rect l="0" t="0" r="r" b="b"/>
            <a:pathLst>
              <a:path w="13204" h="28">
                <a:moveTo>
                  <a:pt x="0" y="0"/>
                </a:moveTo>
                <a:lnTo>
                  <a:pt x="13204" y="0"/>
                </a:lnTo>
                <a:lnTo>
                  <a:pt x="13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フリーフォーム: 図形 80"/>
          <p:cNvSpPr/>
          <p:nvPr/>
        </p:nvSpPr>
        <p:spPr>
          <a:xfrm>
            <a:off x="11515680" y="206676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フリーフォーム: 図形 81"/>
          <p:cNvSpPr/>
          <p:nvPr/>
        </p:nvSpPr>
        <p:spPr>
          <a:xfrm>
            <a:off x="666720" y="2609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フリーフォーム: 図形 82"/>
          <p:cNvSpPr/>
          <p:nvPr/>
        </p:nvSpPr>
        <p:spPr>
          <a:xfrm>
            <a:off x="666720" y="260028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フリーフォーム: 図形 83"/>
          <p:cNvSpPr/>
          <p:nvPr/>
        </p:nvSpPr>
        <p:spPr>
          <a:xfrm>
            <a:off x="1371240" y="26096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フリーフォーム: 図形 84"/>
          <p:cNvSpPr/>
          <p:nvPr/>
        </p:nvSpPr>
        <p:spPr>
          <a:xfrm>
            <a:off x="1380960" y="260028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フリーフォーム: 図形 85"/>
          <p:cNvSpPr/>
          <p:nvPr/>
        </p:nvSpPr>
        <p:spPr>
          <a:xfrm>
            <a:off x="1933560" y="2609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フリーフォーム: 図形 86"/>
          <p:cNvSpPr/>
          <p:nvPr/>
        </p:nvSpPr>
        <p:spPr>
          <a:xfrm>
            <a:off x="1942920" y="260028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フリーフォーム: 図形 87"/>
          <p:cNvSpPr/>
          <p:nvPr/>
        </p:nvSpPr>
        <p:spPr>
          <a:xfrm>
            <a:off x="6762600" y="2609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フリーフォーム: 図形 88"/>
          <p:cNvSpPr/>
          <p:nvPr/>
        </p:nvSpPr>
        <p:spPr>
          <a:xfrm>
            <a:off x="6771960" y="260028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フリーフォーム: 図形 89"/>
          <p:cNvSpPr/>
          <p:nvPr/>
        </p:nvSpPr>
        <p:spPr>
          <a:xfrm>
            <a:off x="11515680" y="26096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フリーフォーム: 図形 90"/>
          <p:cNvSpPr/>
          <p:nvPr/>
        </p:nvSpPr>
        <p:spPr>
          <a:xfrm>
            <a:off x="666720" y="3152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フリーフォーム: 図形 91"/>
          <p:cNvSpPr/>
          <p:nvPr/>
        </p:nvSpPr>
        <p:spPr>
          <a:xfrm>
            <a:off x="666720" y="314316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フリーフォーム: 図形 92"/>
          <p:cNvSpPr/>
          <p:nvPr/>
        </p:nvSpPr>
        <p:spPr>
          <a:xfrm>
            <a:off x="1371240" y="3152520"/>
            <a:ext cx="10080" cy="533880"/>
          </a:xfrm>
          <a:custGeom>
            <a:avLst/>
            <a:gdLst/>
            <a:ahLst/>
            <a:cxn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フリーフォーム: 図形 93"/>
          <p:cNvSpPr/>
          <p:nvPr/>
        </p:nvSpPr>
        <p:spPr>
          <a:xfrm>
            <a:off x="1380960" y="314316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フリーフォーム: 図形 94"/>
          <p:cNvSpPr/>
          <p:nvPr/>
        </p:nvSpPr>
        <p:spPr>
          <a:xfrm>
            <a:off x="1933560" y="3152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フリーフォーム: 図形 95"/>
          <p:cNvSpPr/>
          <p:nvPr/>
        </p:nvSpPr>
        <p:spPr>
          <a:xfrm>
            <a:off x="1942920" y="314316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フリーフォーム: 図形 96"/>
          <p:cNvSpPr/>
          <p:nvPr/>
        </p:nvSpPr>
        <p:spPr>
          <a:xfrm>
            <a:off x="6762600" y="3152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フリーフォーム: 図形 97"/>
          <p:cNvSpPr/>
          <p:nvPr/>
        </p:nvSpPr>
        <p:spPr>
          <a:xfrm>
            <a:off x="6771960" y="314316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フリーフォーム: 図形 98"/>
          <p:cNvSpPr/>
          <p:nvPr/>
        </p:nvSpPr>
        <p:spPr>
          <a:xfrm>
            <a:off x="11515680" y="3152520"/>
            <a:ext cx="9720" cy="533880"/>
          </a:xfrm>
          <a:custGeom>
            <a:avLst/>
            <a:gdLst/>
            <a:ahLst/>
            <a:cxnLst/>
            <a:rect l="0" t="0" r="r" b="b"/>
            <a:pathLst>
              <a:path w="27" h="1483">
                <a:moveTo>
                  <a:pt x="0" y="0"/>
                </a:moveTo>
                <a:lnTo>
                  <a:pt x="27" y="0"/>
                </a:lnTo>
                <a:lnTo>
                  <a:pt x="27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フリーフォーム: 図形 99"/>
          <p:cNvSpPr/>
          <p:nvPr/>
        </p:nvSpPr>
        <p:spPr>
          <a:xfrm>
            <a:off x="666720" y="3686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フリーフォーム: 図形 100"/>
          <p:cNvSpPr/>
          <p:nvPr/>
        </p:nvSpPr>
        <p:spPr>
          <a:xfrm>
            <a:off x="666720" y="367632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フリーフォーム: 図形 101"/>
          <p:cNvSpPr/>
          <p:nvPr/>
        </p:nvSpPr>
        <p:spPr>
          <a:xfrm>
            <a:off x="1371240" y="368604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フリーフォーム: 図形 102"/>
          <p:cNvSpPr/>
          <p:nvPr/>
        </p:nvSpPr>
        <p:spPr>
          <a:xfrm>
            <a:off x="1380960" y="3676320"/>
            <a:ext cx="562320" cy="10080"/>
          </a:xfrm>
          <a:custGeom>
            <a:avLst/>
            <a:gdLst/>
            <a:ahLst/>
            <a:cxnLst/>
            <a:rect l="0" t="0" r="r" b="b"/>
            <a:pathLst>
              <a:path w="1562" h="28">
                <a:moveTo>
                  <a:pt x="0" y="0"/>
                </a:moveTo>
                <a:lnTo>
                  <a:pt x="1562" y="0"/>
                </a:lnTo>
                <a:lnTo>
                  <a:pt x="1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フリーフォーム: 図形 103"/>
          <p:cNvSpPr/>
          <p:nvPr/>
        </p:nvSpPr>
        <p:spPr>
          <a:xfrm>
            <a:off x="1933560" y="3686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フリーフォーム: 図形 104"/>
          <p:cNvSpPr/>
          <p:nvPr/>
        </p:nvSpPr>
        <p:spPr>
          <a:xfrm>
            <a:off x="1942920" y="3676320"/>
            <a:ext cx="4829400" cy="10080"/>
          </a:xfrm>
          <a:custGeom>
            <a:avLst/>
            <a:gdLst/>
            <a:ahLst/>
            <a:cxn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フリーフォーム: 図形 105"/>
          <p:cNvSpPr/>
          <p:nvPr/>
        </p:nvSpPr>
        <p:spPr>
          <a:xfrm>
            <a:off x="6762600" y="3686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フリーフォーム: 図形 106"/>
          <p:cNvSpPr/>
          <p:nvPr/>
        </p:nvSpPr>
        <p:spPr>
          <a:xfrm>
            <a:off x="6771960" y="3676320"/>
            <a:ext cx="4753440" cy="10080"/>
          </a:xfrm>
          <a:custGeom>
            <a:avLst/>
            <a:gdLst/>
            <a:ahLst/>
            <a:cxnLst/>
            <a:rect l="0" t="0" r="r" b="b"/>
            <a:pathLst>
              <a:path w="13204" h="28">
                <a:moveTo>
                  <a:pt x="0" y="0"/>
                </a:moveTo>
                <a:lnTo>
                  <a:pt x="13204" y="0"/>
                </a:lnTo>
                <a:lnTo>
                  <a:pt x="13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フリーフォーム: 図形 107"/>
          <p:cNvSpPr/>
          <p:nvPr/>
        </p:nvSpPr>
        <p:spPr>
          <a:xfrm>
            <a:off x="11515680" y="368604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フリーフォーム: 図形 108"/>
          <p:cNvSpPr/>
          <p:nvPr/>
        </p:nvSpPr>
        <p:spPr>
          <a:xfrm>
            <a:off x="666720" y="4228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フリーフォーム: 図形 109"/>
          <p:cNvSpPr/>
          <p:nvPr/>
        </p:nvSpPr>
        <p:spPr>
          <a:xfrm>
            <a:off x="666720" y="421956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フリーフォーム: 図形 110"/>
          <p:cNvSpPr/>
          <p:nvPr/>
        </p:nvSpPr>
        <p:spPr>
          <a:xfrm>
            <a:off x="1371240" y="422892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フリーフォーム: 図形 111"/>
          <p:cNvSpPr/>
          <p:nvPr/>
        </p:nvSpPr>
        <p:spPr>
          <a:xfrm>
            <a:off x="1380960" y="421956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フリーフォーム: 図形 112"/>
          <p:cNvSpPr/>
          <p:nvPr/>
        </p:nvSpPr>
        <p:spPr>
          <a:xfrm>
            <a:off x="1933560" y="4228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フリーフォーム: 図形 113"/>
          <p:cNvSpPr/>
          <p:nvPr/>
        </p:nvSpPr>
        <p:spPr>
          <a:xfrm>
            <a:off x="1942920" y="421956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フリーフォーム: 図形 114"/>
          <p:cNvSpPr/>
          <p:nvPr/>
        </p:nvSpPr>
        <p:spPr>
          <a:xfrm>
            <a:off x="6762600" y="4228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フリーフォーム: 図形 115"/>
          <p:cNvSpPr/>
          <p:nvPr/>
        </p:nvSpPr>
        <p:spPr>
          <a:xfrm>
            <a:off x="6771960" y="421956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フリーフォーム: 図形 116"/>
          <p:cNvSpPr/>
          <p:nvPr/>
        </p:nvSpPr>
        <p:spPr>
          <a:xfrm>
            <a:off x="11515680" y="422892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フリーフォーム: 図形 117"/>
          <p:cNvSpPr/>
          <p:nvPr/>
        </p:nvSpPr>
        <p:spPr>
          <a:xfrm>
            <a:off x="666720" y="47718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フリーフォーム: 図形 118"/>
          <p:cNvSpPr/>
          <p:nvPr/>
        </p:nvSpPr>
        <p:spPr>
          <a:xfrm>
            <a:off x="666720" y="476244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フリーフォーム: 図形 119"/>
          <p:cNvSpPr/>
          <p:nvPr/>
        </p:nvSpPr>
        <p:spPr>
          <a:xfrm>
            <a:off x="1371240" y="4771800"/>
            <a:ext cx="10080" cy="543240"/>
          </a:xfrm>
          <a:custGeom>
            <a:avLst/>
            <a:gdLst/>
            <a:ahLst/>
            <a:cxnLst/>
            <a:rect l="0" t="0" r="r" b="b"/>
            <a:pathLst>
              <a:path w="28" h="1509">
                <a:moveTo>
                  <a:pt x="0" y="0"/>
                </a:moveTo>
                <a:lnTo>
                  <a:pt x="28" y="0"/>
                </a:lnTo>
                <a:lnTo>
                  <a:pt x="28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フリーフォーム: 図形 120"/>
          <p:cNvSpPr/>
          <p:nvPr/>
        </p:nvSpPr>
        <p:spPr>
          <a:xfrm>
            <a:off x="1380960" y="476244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フリーフォーム: 図形 121"/>
          <p:cNvSpPr/>
          <p:nvPr/>
        </p:nvSpPr>
        <p:spPr>
          <a:xfrm>
            <a:off x="1933560" y="47718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フリーフォーム: 図形 122"/>
          <p:cNvSpPr/>
          <p:nvPr/>
        </p:nvSpPr>
        <p:spPr>
          <a:xfrm>
            <a:off x="1942920" y="476244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フリーフォーム: 図形 123"/>
          <p:cNvSpPr/>
          <p:nvPr/>
        </p:nvSpPr>
        <p:spPr>
          <a:xfrm>
            <a:off x="6762600" y="47718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フリーフォーム: 図形 124"/>
          <p:cNvSpPr/>
          <p:nvPr/>
        </p:nvSpPr>
        <p:spPr>
          <a:xfrm>
            <a:off x="6771960" y="476244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フリーフォーム: 図形 125"/>
          <p:cNvSpPr/>
          <p:nvPr/>
        </p:nvSpPr>
        <p:spPr>
          <a:xfrm>
            <a:off x="11515680" y="4771800"/>
            <a:ext cx="9720" cy="543240"/>
          </a:xfrm>
          <a:custGeom>
            <a:avLst/>
            <a:gdLst/>
            <a:ahLst/>
            <a:cxnLst/>
            <a:rect l="0" t="0" r="r" b="b"/>
            <a:pathLst>
              <a:path w="27" h="1509">
                <a:moveTo>
                  <a:pt x="0" y="0"/>
                </a:moveTo>
                <a:lnTo>
                  <a:pt x="27" y="0"/>
                </a:lnTo>
                <a:lnTo>
                  <a:pt x="27" y="1509"/>
                </a:lnTo>
                <a:lnTo>
                  <a:pt x="0" y="1509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フリーフォーム: 図形 126"/>
          <p:cNvSpPr/>
          <p:nvPr/>
        </p:nvSpPr>
        <p:spPr>
          <a:xfrm>
            <a:off x="666720" y="531468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フリーフォーム: 図形 127"/>
          <p:cNvSpPr/>
          <p:nvPr/>
        </p:nvSpPr>
        <p:spPr>
          <a:xfrm>
            <a:off x="666720" y="5305320"/>
            <a:ext cx="714600" cy="9720"/>
          </a:xfrm>
          <a:custGeom>
            <a:avLst/>
            <a:gdLst/>
            <a:ahLst/>
            <a:cxnLst/>
            <a:rect l="0" t="0" r="r" b="b"/>
            <a:pathLst>
              <a:path w="1985" h="27">
                <a:moveTo>
                  <a:pt x="0" y="0"/>
                </a:moveTo>
                <a:lnTo>
                  <a:pt x="1985" y="0"/>
                </a:lnTo>
                <a:lnTo>
                  <a:pt x="198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フリーフォーム: 図形 128"/>
          <p:cNvSpPr/>
          <p:nvPr/>
        </p:nvSpPr>
        <p:spPr>
          <a:xfrm>
            <a:off x="1371240" y="5314680"/>
            <a:ext cx="10080" cy="305280"/>
          </a:xfrm>
          <a:custGeom>
            <a:avLst/>
            <a:gdLst/>
            <a:ahLst/>
            <a:cxnLst/>
            <a:rect l="0" t="0" r="r" b="b"/>
            <a:pathLst>
              <a:path w="28" h="848">
                <a:moveTo>
                  <a:pt x="0" y="0"/>
                </a:moveTo>
                <a:lnTo>
                  <a:pt x="28" y="0"/>
                </a:lnTo>
                <a:lnTo>
                  <a:pt x="28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フリーフォーム: 図形 129"/>
          <p:cNvSpPr/>
          <p:nvPr/>
        </p:nvSpPr>
        <p:spPr>
          <a:xfrm>
            <a:off x="1380960" y="5305320"/>
            <a:ext cx="562320" cy="9720"/>
          </a:xfrm>
          <a:custGeom>
            <a:avLst/>
            <a:gdLst/>
            <a:ahLst/>
            <a:cxnLst/>
            <a:rect l="0" t="0" r="r" b="b"/>
            <a:pathLst>
              <a:path w="1562" h="27">
                <a:moveTo>
                  <a:pt x="0" y="0"/>
                </a:moveTo>
                <a:lnTo>
                  <a:pt x="1562" y="0"/>
                </a:lnTo>
                <a:lnTo>
                  <a:pt x="15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フリーフォーム: 図形 130"/>
          <p:cNvSpPr/>
          <p:nvPr/>
        </p:nvSpPr>
        <p:spPr>
          <a:xfrm>
            <a:off x="1933560" y="531468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フリーフォーム: 図形 131"/>
          <p:cNvSpPr/>
          <p:nvPr/>
        </p:nvSpPr>
        <p:spPr>
          <a:xfrm>
            <a:off x="1942920" y="5305320"/>
            <a:ext cx="4829400" cy="9720"/>
          </a:xfrm>
          <a:custGeom>
            <a:avLst/>
            <a:gdLst/>
            <a:ahLst/>
            <a:cxnLst/>
            <a:rect l="0" t="0" r="r" b="b"/>
            <a:pathLst>
              <a:path w="13415" h="27">
                <a:moveTo>
                  <a:pt x="0" y="0"/>
                </a:moveTo>
                <a:lnTo>
                  <a:pt x="13415" y="0"/>
                </a:lnTo>
                <a:lnTo>
                  <a:pt x="1341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フリーフォーム: 図形 132"/>
          <p:cNvSpPr/>
          <p:nvPr/>
        </p:nvSpPr>
        <p:spPr>
          <a:xfrm>
            <a:off x="6762600" y="531468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フリーフォーム: 図形 133"/>
          <p:cNvSpPr/>
          <p:nvPr/>
        </p:nvSpPr>
        <p:spPr>
          <a:xfrm>
            <a:off x="6771960" y="5305320"/>
            <a:ext cx="4753440" cy="9720"/>
          </a:xfrm>
          <a:custGeom>
            <a:avLst/>
            <a:gdLst/>
            <a:ahLst/>
            <a:cxnLst/>
            <a:rect l="0" t="0" r="r" b="b"/>
            <a:pathLst>
              <a:path w="13204" h="27">
                <a:moveTo>
                  <a:pt x="0" y="0"/>
                </a:moveTo>
                <a:lnTo>
                  <a:pt x="13204" y="0"/>
                </a:lnTo>
                <a:lnTo>
                  <a:pt x="1320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フリーフォーム: 図形 134"/>
          <p:cNvSpPr/>
          <p:nvPr/>
        </p:nvSpPr>
        <p:spPr>
          <a:xfrm>
            <a:off x="11515680" y="5314680"/>
            <a:ext cx="9720" cy="305280"/>
          </a:xfrm>
          <a:custGeom>
            <a:avLst/>
            <a:gdLst/>
            <a:ahLst/>
            <a:cxnLst/>
            <a:rect l="0" t="0" r="r" b="b"/>
            <a:pathLst>
              <a:path w="27" h="848">
                <a:moveTo>
                  <a:pt x="0" y="0"/>
                </a:moveTo>
                <a:lnTo>
                  <a:pt x="27" y="0"/>
                </a:lnTo>
                <a:lnTo>
                  <a:pt x="27" y="848"/>
                </a:lnTo>
                <a:lnTo>
                  <a:pt x="0" y="84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フリーフォーム: 図形 135"/>
          <p:cNvSpPr/>
          <p:nvPr/>
        </p:nvSpPr>
        <p:spPr>
          <a:xfrm>
            <a:off x="666720" y="5609880"/>
            <a:ext cx="714600" cy="10080"/>
          </a:xfrm>
          <a:custGeom>
            <a:avLst/>
            <a:gdLst/>
            <a:ahLst/>
            <a:cxnLst/>
            <a:rect l="0" t="0" r="r" b="b"/>
            <a:pathLst>
              <a:path w="1985" h="28">
                <a:moveTo>
                  <a:pt x="0" y="0"/>
                </a:moveTo>
                <a:lnTo>
                  <a:pt x="1985" y="0"/>
                </a:lnTo>
                <a:lnTo>
                  <a:pt x="198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フリーフォーム: 図形 136"/>
          <p:cNvSpPr/>
          <p:nvPr/>
        </p:nvSpPr>
        <p:spPr>
          <a:xfrm>
            <a:off x="1380960" y="5609880"/>
            <a:ext cx="562320" cy="10080"/>
          </a:xfrm>
          <a:custGeom>
            <a:avLst/>
            <a:gdLst/>
            <a:ahLst/>
            <a:cxnLst/>
            <a:rect l="0" t="0" r="r" b="b"/>
            <a:pathLst>
              <a:path w="1562" h="28">
                <a:moveTo>
                  <a:pt x="0" y="0"/>
                </a:moveTo>
                <a:lnTo>
                  <a:pt x="1562" y="0"/>
                </a:lnTo>
                <a:lnTo>
                  <a:pt x="15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フリーフォーム: 図形 137"/>
          <p:cNvSpPr/>
          <p:nvPr/>
        </p:nvSpPr>
        <p:spPr>
          <a:xfrm>
            <a:off x="1942920" y="5609880"/>
            <a:ext cx="4829400" cy="10080"/>
          </a:xfrm>
          <a:custGeom>
            <a:avLst/>
            <a:gdLst/>
            <a:ahLst/>
            <a:cxnLst/>
            <a:rect l="0" t="0" r="r" b="b"/>
            <a:pathLst>
              <a:path w="13415" h="28">
                <a:moveTo>
                  <a:pt x="0" y="0"/>
                </a:moveTo>
                <a:lnTo>
                  <a:pt x="13415" y="0"/>
                </a:lnTo>
                <a:lnTo>
                  <a:pt x="134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フリーフォーム: 図形 138"/>
          <p:cNvSpPr/>
          <p:nvPr/>
        </p:nvSpPr>
        <p:spPr>
          <a:xfrm>
            <a:off x="6771960" y="5609880"/>
            <a:ext cx="4753440" cy="10080"/>
          </a:xfrm>
          <a:custGeom>
            <a:avLst/>
            <a:gdLst/>
            <a:ahLst/>
            <a:cxnLst/>
            <a:rect l="0" t="0" r="r" b="b"/>
            <a:pathLst>
              <a:path w="13204" h="28">
                <a:moveTo>
                  <a:pt x="0" y="0"/>
                </a:moveTo>
                <a:lnTo>
                  <a:pt x="13204" y="0"/>
                </a:lnTo>
                <a:lnTo>
                  <a:pt x="1320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テキスト ボックス 139"/>
          <p:cNvSpPr txBox="1"/>
          <p:nvPr/>
        </p:nvSpPr>
        <p:spPr>
          <a:xfrm>
            <a:off x="666720" y="642600"/>
            <a:ext cx="1920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16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タイムテーブル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テキスト ボックス 140"/>
          <p:cNvSpPr txBox="1"/>
          <p:nvPr/>
        </p:nvSpPr>
        <p:spPr>
          <a:xfrm>
            <a:off x="84096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時刻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テキスト ボックス 141"/>
          <p:cNvSpPr txBox="1"/>
          <p:nvPr/>
        </p:nvSpPr>
        <p:spPr>
          <a:xfrm>
            <a:off x="1473840" y="1227960"/>
            <a:ext cx="3420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時間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テキスト ボックス 142"/>
          <p:cNvSpPr txBox="1"/>
          <p:nvPr/>
        </p:nvSpPr>
        <p:spPr>
          <a:xfrm>
            <a:off x="389160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テキスト ボックス 143"/>
          <p:cNvSpPr txBox="1"/>
          <p:nvPr/>
        </p:nvSpPr>
        <p:spPr>
          <a:xfrm>
            <a:off x="8683200" y="1227960"/>
            <a:ext cx="8542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1" u="none" strike="noStrike">
                <a:solidFill>
                  <a:srgbClr val="FFF8E1"/>
                </a:solidFill>
                <a:effectLst/>
                <a:uFillTx/>
                <a:latin typeface="Meiryo"/>
                <a:ea typeface="Meiryo"/>
              </a:rPr>
              <a:t>スピーカー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テキスト ボックス 144"/>
          <p:cNvSpPr txBox="1"/>
          <p:nvPr/>
        </p:nvSpPr>
        <p:spPr>
          <a:xfrm>
            <a:off x="744840" y="165672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テキスト ボックス 145"/>
          <p:cNvSpPr txBox="1"/>
          <p:nvPr/>
        </p:nvSpPr>
        <p:spPr>
          <a:xfrm>
            <a:off x="1450440" y="1656720"/>
            <a:ext cx="328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テキスト ボックス 146"/>
          <p:cNvSpPr txBox="1"/>
          <p:nvPr/>
        </p:nvSpPr>
        <p:spPr>
          <a:xfrm>
            <a:off x="2010240" y="165672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オープニング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テキスト ボックス 147"/>
          <p:cNvSpPr txBox="1"/>
          <p:nvPr/>
        </p:nvSpPr>
        <p:spPr>
          <a:xfrm>
            <a:off x="6836400" y="1542240"/>
            <a:ext cx="3785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昌彦（⽇本ビジネスシステムズ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テキスト ボックス 148"/>
          <p:cNvSpPr txBox="1"/>
          <p:nvPr/>
        </p:nvSpPr>
        <p:spPr>
          <a:xfrm>
            <a:off x="6836400" y="1770840"/>
            <a:ext cx="58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MVP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テキスト ボックス 149"/>
          <p:cNvSpPr txBox="1"/>
          <p:nvPr/>
        </p:nvSpPr>
        <p:spPr>
          <a:xfrm>
            <a:off x="744840" y="219960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テキスト ボックス 150"/>
          <p:cNvSpPr txBox="1"/>
          <p:nvPr/>
        </p:nvSpPr>
        <p:spPr>
          <a:xfrm>
            <a:off x="1450440" y="208512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テキスト ボックス 151"/>
          <p:cNvSpPr txBox="1"/>
          <p:nvPr/>
        </p:nvSpPr>
        <p:spPr>
          <a:xfrm>
            <a:off x="1450440" y="231372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テキスト ボックス 152"/>
          <p:cNvSpPr txBox="1"/>
          <p:nvPr/>
        </p:nvSpPr>
        <p:spPr>
          <a:xfrm>
            <a:off x="2010240" y="2085120"/>
            <a:ext cx="408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- Hybrid Cloud / Azure Local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テキスト ボックス 153"/>
          <p:cNvSpPr txBox="1"/>
          <p:nvPr/>
        </p:nvSpPr>
        <p:spPr>
          <a:xfrm>
            <a:off x="2010240" y="231372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テキスト ボックス 154"/>
          <p:cNvSpPr txBox="1"/>
          <p:nvPr/>
        </p:nvSpPr>
        <p:spPr>
          <a:xfrm>
            <a:off x="6836400" y="2199600"/>
            <a:ext cx="26769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⾼添 修 ⽒（⽇本マイクロソフト）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テキスト ボックス 155"/>
          <p:cNvSpPr txBox="1"/>
          <p:nvPr/>
        </p:nvSpPr>
        <p:spPr>
          <a:xfrm>
            <a:off x="744840" y="274248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14:35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テキスト ボックス 156"/>
          <p:cNvSpPr txBox="1"/>
          <p:nvPr/>
        </p:nvSpPr>
        <p:spPr>
          <a:xfrm>
            <a:off x="1450440" y="262800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テキスト ボックス 157"/>
          <p:cNvSpPr txBox="1"/>
          <p:nvPr/>
        </p:nvSpPr>
        <p:spPr>
          <a:xfrm>
            <a:off x="1450440" y="285660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テキスト ボックス 158"/>
          <p:cNvSpPr txBox="1"/>
          <p:nvPr/>
        </p:nvSpPr>
        <p:spPr>
          <a:xfrm>
            <a:off x="2010240" y="2742480"/>
            <a:ext cx="37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テキスト ボックス 159"/>
          <p:cNvSpPr txBox="1"/>
          <p:nvPr/>
        </p:nvSpPr>
        <p:spPr>
          <a:xfrm>
            <a:off x="6836400" y="2742480"/>
            <a:ext cx="2219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匿名で何でも質問できます︕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テキスト ボックス 160"/>
          <p:cNvSpPr txBox="1"/>
          <p:nvPr/>
        </p:nvSpPr>
        <p:spPr>
          <a:xfrm>
            <a:off x="744840" y="327600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14:45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テキスト ボックス 161"/>
          <p:cNvSpPr txBox="1"/>
          <p:nvPr/>
        </p:nvSpPr>
        <p:spPr>
          <a:xfrm>
            <a:off x="1450440" y="316152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テキスト ボックス 162"/>
          <p:cNvSpPr txBox="1"/>
          <p:nvPr/>
        </p:nvSpPr>
        <p:spPr>
          <a:xfrm>
            <a:off x="1450440" y="339984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テキスト ボックス 163"/>
          <p:cNvSpPr txBox="1"/>
          <p:nvPr/>
        </p:nvSpPr>
        <p:spPr>
          <a:xfrm>
            <a:off x="2010240" y="3276000"/>
            <a:ext cx="32688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- Windows 365 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テキスト ボックス 164"/>
          <p:cNvSpPr txBox="1"/>
          <p:nvPr/>
        </p:nvSpPr>
        <p:spPr>
          <a:xfrm>
            <a:off x="6836400" y="3276000"/>
            <a:ext cx="2847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⽊村 嘉秀 ⽒（⽇本マイクロソフト）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テキスト ボックス 165"/>
          <p:cNvSpPr txBox="1"/>
          <p:nvPr/>
        </p:nvSpPr>
        <p:spPr>
          <a:xfrm>
            <a:off x="744840" y="381888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15:15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テキスト ボックス 166"/>
          <p:cNvSpPr txBox="1"/>
          <p:nvPr/>
        </p:nvSpPr>
        <p:spPr>
          <a:xfrm>
            <a:off x="1450440" y="370440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テキスト ボックス 167"/>
          <p:cNvSpPr txBox="1"/>
          <p:nvPr/>
        </p:nvSpPr>
        <p:spPr>
          <a:xfrm>
            <a:off x="1450440" y="393300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テキスト ボックス 168"/>
          <p:cNvSpPr txBox="1"/>
          <p:nvPr/>
        </p:nvSpPr>
        <p:spPr>
          <a:xfrm>
            <a:off x="2010240" y="3818880"/>
            <a:ext cx="37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テキスト ボックス 169"/>
          <p:cNvSpPr txBox="1"/>
          <p:nvPr/>
        </p:nvSpPr>
        <p:spPr>
          <a:xfrm>
            <a:off x="6836400" y="3818880"/>
            <a:ext cx="1707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何でも質問できます︕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テキスト ボックス 170"/>
          <p:cNvSpPr txBox="1"/>
          <p:nvPr/>
        </p:nvSpPr>
        <p:spPr>
          <a:xfrm>
            <a:off x="744840" y="436176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テキスト ボックス 171"/>
          <p:cNvSpPr txBox="1"/>
          <p:nvPr/>
        </p:nvSpPr>
        <p:spPr>
          <a:xfrm>
            <a:off x="1450440" y="424728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テキスト ボックス 172"/>
          <p:cNvSpPr txBox="1"/>
          <p:nvPr/>
        </p:nvSpPr>
        <p:spPr>
          <a:xfrm>
            <a:off x="1450440" y="447588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テキスト ボックス 173"/>
          <p:cNvSpPr txBox="1"/>
          <p:nvPr/>
        </p:nvSpPr>
        <p:spPr>
          <a:xfrm>
            <a:off x="2010240" y="4247280"/>
            <a:ext cx="44866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- 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全体サマリー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&amp; AI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エージェント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テキスト ボックス 174"/>
          <p:cNvSpPr txBox="1"/>
          <p:nvPr/>
        </p:nvSpPr>
        <p:spPr>
          <a:xfrm>
            <a:off x="2010240" y="447588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テキスト ボックス 175"/>
          <p:cNvSpPr txBox="1"/>
          <p:nvPr/>
        </p:nvSpPr>
        <p:spPr>
          <a:xfrm>
            <a:off x="6836400" y="4247280"/>
            <a:ext cx="37850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昌彦（⽇本ビジネスシステムズ </a:t>
            </a:r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/ Microsoft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テキスト ボックス 176"/>
          <p:cNvSpPr txBox="1"/>
          <p:nvPr/>
        </p:nvSpPr>
        <p:spPr>
          <a:xfrm>
            <a:off x="6836400" y="4475880"/>
            <a:ext cx="582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MVP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テキスト ボックス 177"/>
          <p:cNvSpPr txBox="1"/>
          <p:nvPr/>
        </p:nvSpPr>
        <p:spPr>
          <a:xfrm>
            <a:off x="744840" y="490464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15:55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テキスト ボックス 178"/>
          <p:cNvSpPr txBox="1"/>
          <p:nvPr/>
        </p:nvSpPr>
        <p:spPr>
          <a:xfrm>
            <a:off x="1450440" y="4790160"/>
            <a:ext cx="2127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テキスト ボックス 179"/>
          <p:cNvSpPr txBox="1"/>
          <p:nvPr/>
        </p:nvSpPr>
        <p:spPr>
          <a:xfrm>
            <a:off x="1450440" y="5018760"/>
            <a:ext cx="1713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テキスト ボックス 180"/>
          <p:cNvSpPr txBox="1"/>
          <p:nvPr/>
        </p:nvSpPr>
        <p:spPr>
          <a:xfrm>
            <a:off x="2010240" y="4904640"/>
            <a:ext cx="370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Q&amp;A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テキスト ボックス 181"/>
          <p:cNvSpPr txBox="1"/>
          <p:nvPr/>
        </p:nvSpPr>
        <p:spPr>
          <a:xfrm>
            <a:off x="6836400" y="4904640"/>
            <a:ext cx="170748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何でも質問できます︕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テキスト ボックス 182"/>
          <p:cNvSpPr txBox="1"/>
          <p:nvPr/>
        </p:nvSpPr>
        <p:spPr>
          <a:xfrm>
            <a:off x="744840" y="5323680"/>
            <a:ext cx="49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16:05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テキスト ボックス 183"/>
          <p:cNvSpPr txBox="1"/>
          <p:nvPr/>
        </p:nvSpPr>
        <p:spPr>
          <a:xfrm>
            <a:off x="1450440" y="5323680"/>
            <a:ext cx="3283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テキスト ボックス 184"/>
          <p:cNvSpPr txBox="1"/>
          <p:nvPr/>
        </p:nvSpPr>
        <p:spPr>
          <a:xfrm>
            <a:off x="2010240" y="5323680"/>
            <a:ext cx="102492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テキスト ボックス 185"/>
          <p:cNvSpPr txBox="1"/>
          <p:nvPr/>
        </p:nvSpPr>
        <p:spPr>
          <a:xfrm>
            <a:off x="6836400" y="5323680"/>
            <a:ext cx="741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135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胡⽥ 昌彦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テキスト ボックス 186"/>
          <p:cNvSpPr txBox="1"/>
          <p:nvPr/>
        </p:nvSpPr>
        <p:spPr>
          <a:xfrm>
            <a:off x="11828160" y="6387840"/>
            <a:ext cx="182520" cy="27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4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4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フリーフォーム: 図形 18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フリーフォーム: 図形 18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フリーフォーム: 図形 18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91" name="図 190"/>
          <p:cNvPicPr/>
          <p:nvPr/>
        </p:nvPicPr>
        <p:blipFill>
          <a:blip r:embed="rId2"/>
          <a:stretch/>
        </p:blipFill>
        <p:spPr>
          <a:xfrm>
            <a:off x="10239480" y="2752560"/>
            <a:ext cx="1466640" cy="13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" name="テキスト ボックス 191"/>
          <p:cNvSpPr txBox="1"/>
          <p:nvPr/>
        </p:nvSpPr>
        <p:spPr>
          <a:xfrm>
            <a:off x="666720" y="618480"/>
            <a:ext cx="31143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HCCJP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とは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フリーフォーム: 図形 192"/>
          <p:cNvSpPr/>
          <p:nvPr/>
        </p:nvSpPr>
        <p:spPr>
          <a:xfrm>
            <a:off x="752400" y="2781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8"/>
                </a:cubicBezTo>
                <a:cubicBezTo>
                  <a:pt x="278" y="55"/>
                  <a:pt x="285" y="63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テキスト ボックス 193"/>
          <p:cNvSpPr txBox="1"/>
          <p:nvPr/>
        </p:nvSpPr>
        <p:spPr>
          <a:xfrm>
            <a:off x="666720" y="1605600"/>
            <a:ext cx="6241680" cy="721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378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ハイブリッドクラウド研究会</a:t>
            </a:r>
            <a:endParaRPr lang="en-US" sz="37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フリーフォーム: 図形 194"/>
          <p:cNvSpPr/>
          <p:nvPr/>
        </p:nvSpPr>
        <p:spPr>
          <a:xfrm>
            <a:off x="752400" y="33145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6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テキスト ボックス 195"/>
          <p:cNvSpPr txBox="1"/>
          <p:nvPr/>
        </p:nvSpPr>
        <p:spPr>
          <a:xfrm>
            <a:off x="1047600" y="2607480"/>
            <a:ext cx="4697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 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時から開催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テキスト ボックス 196"/>
          <p:cNvSpPr txBox="1"/>
          <p:nvPr/>
        </p:nvSpPr>
        <p:spPr>
          <a:xfrm>
            <a:off x="1047600" y="3141000"/>
            <a:ext cx="7689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Azure + 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ハイブリッドクラウド関連の最新情報をお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フリーフォーム: 図形 197"/>
          <p:cNvSpPr/>
          <p:nvPr/>
        </p:nvSpPr>
        <p:spPr>
          <a:xfrm>
            <a:off x="752400" y="429552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6"/>
                  <a:pt x="278" y="264"/>
                  <a:pt x="271" y="271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1"/>
                </a:cubicBezTo>
                <a:cubicBezTo>
                  <a:pt x="39" y="264"/>
                  <a:pt x="32" y="256"/>
                  <a:pt x="26" y="247"/>
                </a:cubicBezTo>
                <a:cubicBezTo>
                  <a:pt x="21" y="238"/>
                  <a:pt x="16" y="229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9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テキスト ボックス 198"/>
          <p:cNvSpPr txBox="1"/>
          <p:nvPr/>
        </p:nvSpPr>
        <p:spPr>
          <a:xfrm>
            <a:off x="1047600" y="3588480"/>
            <a:ext cx="653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届け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フリーフォーム: 図形 199"/>
          <p:cNvSpPr/>
          <p:nvPr/>
        </p:nvSpPr>
        <p:spPr>
          <a:xfrm>
            <a:off x="714240" y="5038560"/>
            <a:ext cx="324000" cy="257400"/>
          </a:xfrm>
          <a:custGeom>
            <a:avLst/>
            <a:gdLst/>
            <a:ahLst/>
            <a:cxnLst/>
            <a:rect l="0" t="0" r="r" b="b"/>
            <a:pathLst>
              <a:path w="900" h="715">
                <a:moveTo>
                  <a:pt x="900" y="608"/>
                </a:moveTo>
                <a:cubicBezTo>
                  <a:pt x="900" y="608"/>
                  <a:pt x="900" y="715"/>
                  <a:pt x="795" y="715"/>
                </a:cubicBezTo>
                <a:lnTo>
                  <a:pt x="106" y="715"/>
                </a:lnTo>
                <a:cubicBezTo>
                  <a:pt x="0" y="715"/>
                  <a:pt x="0" y="608"/>
                  <a:pt x="0" y="608"/>
                </a:cubicBezTo>
                <a:lnTo>
                  <a:pt x="0" y="106"/>
                </a:lnTo>
                <a:cubicBezTo>
                  <a:pt x="0" y="0"/>
                  <a:pt x="106" y="0"/>
                  <a:pt x="106" y="0"/>
                </a:cubicBezTo>
                <a:lnTo>
                  <a:pt x="795" y="0"/>
                </a:lnTo>
                <a:cubicBezTo>
                  <a:pt x="795" y="0"/>
                  <a:pt x="900" y="0"/>
                  <a:pt x="900" y="106"/>
                </a:cubicBezTo>
                <a:lnTo>
                  <a:pt x="900" y="608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フリーフォーム: 図形 200"/>
          <p:cNvSpPr/>
          <p:nvPr/>
        </p:nvSpPr>
        <p:spPr>
          <a:xfrm>
            <a:off x="803880" y="4970880"/>
            <a:ext cx="106920" cy="106920"/>
          </a:xfrm>
          <a:custGeom>
            <a:avLst/>
            <a:gdLst/>
            <a:ahLst/>
            <a:cxnLst/>
            <a:rect l="0" t="0" r="r" b="b"/>
            <a:pathLst>
              <a:path w="297" h="297">
                <a:moveTo>
                  <a:pt x="290" y="251"/>
                </a:moveTo>
                <a:cubicBezTo>
                  <a:pt x="300" y="263"/>
                  <a:pt x="300" y="279"/>
                  <a:pt x="290" y="290"/>
                </a:cubicBezTo>
                <a:cubicBezTo>
                  <a:pt x="279" y="300"/>
                  <a:pt x="262" y="300"/>
                  <a:pt x="252" y="290"/>
                </a:cubicBezTo>
                <a:lnTo>
                  <a:pt x="8" y="45"/>
                </a:lnTo>
                <a:cubicBezTo>
                  <a:pt x="-2" y="35"/>
                  <a:pt x="-2" y="18"/>
                  <a:pt x="8" y="8"/>
                </a:cubicBezTo>
                <a:cubicBezTo>
                  <a:pt x="19" y="-2"/>
                  <a:pt x="36" y="-2"/>
                  <a:pt x="46" y="8"/>
                </a:cubicBezTo>
                <a:lnTo>
                  <a:pt x="290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フリーフォーム: 図形 201"/>
          <p:cNvSpPr/>
          <p:nvPr/>
        </p:nvSpPr>
        <p:spPr>
          <a:xfrm>
            <a:off x="842040" y="4970880"/>
            <a:ext cx="106920" cy="106920"/>
          </a:xfrm>
          <a:custGeom>
            <a:avLst/>
            <a:gdLst/>
            <a:ahLst/>
            <a:cxnLst/>
            <a:rect l="0" t="0" r="r" b="b"/>
            <a:pathLst>
              <a:path w="297" h="297">
                <a:moveTo>
                  <a:pt x="8" y="251"/>
                </a:moveTo>
                <a:cubicBezTo>
                  <a:pt x="-2" y="263"/>
                  <a:pt x="-2" y="279"/>
                  <a:pt x="8" y="290"/>
                </a:cubicBezTo>
                <a:cubicBezTo>
                  <a:pt x="19" y="300"/>
                  <a:pt x="35" y="300"/>
                  <a:pt x="46" y="290"/>
                </a:cubicBezTo>
                <a:lnTo>
                  <a:pt x="290" y="45"/>
                </a:lnTo>
                <a:cubicBezTo>
                  <a:pt x="300" y="35"/>
                  <a:pt x="300" y="18"/>
                  <a:pt x="290" y="8"/>
                </a:cubicBezTo>
                <a:cubicBezTo>
                  <a:pt x="280" y="-2"/>
                  <a:pt x="263" y="-2"/>
                  <a:pt x="252" y="8"/>
                </a:cubicBezTo>
                <a:lnTo>
                  <a:pt x="8" y="251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フリーフォーム: 図形 202"/>
          <p:cNvSpPr/>
          <p:nvPr/>
        </p:nvSpPr>
        <p:spPr>
          <a:xfrm>
            <a:off x="752400" y="5067000"/>
            <a:ext cx="248040" cy="190800"/>
          </a:xfrm>
          <a:custGeom>
            <a:avLst/>
            <a:gdLst/>
            <a:ahLst/>
            <a:cxnLst/>
            <a:rect l="0" t="0" r="r" b="b"/>
            <a:pathLst>
              <a:path w="689" h="530">
                <a:moveTo>
                  <a:pt x="345" y="0"/>
                </a:moveTo>
                <a:cubicBezTo>
                  <a:pt x="556" y="0"/>
                  <a:pt x="609" y="27"/>
                  <a:pt x="636" y="53"/>
                </a:cubicBezTo>
                <a:cubicBezTo>
                  <a:pt x="662" y="80"/>
                  <a:pt x="689" y="133"/>
                  <a:pt x="689" y="265"/>
                </a:cubicBezTo>
                <a:cubicBezTo>
                  <a:pt x="689" y="397"/>
                  <a:pt x="662" y="450"/>
                  <a:pt x="636" y="478"/>
                </a:cubicBezTo>
                <a:cubicBezTo>
                  <a:pt x="609" y="504"/>
                  <a:pt x="556" y="530"/>
                  <a:pt x="345" y="530"/>
                </a:cubicBezTo>
                <a:cubicBezTo>
                  <a:pt x="132" y="530"/>
                  <a:pt x="79" y="504"/>
                  <a:pt x="53" y="478"/>
                </a:cubicBezTo>
                <a:cubicBezTo>
                  <a:pt x="26" y="450"/>
                  <a:pt x="0" y="397"/>
                  <a:pt x="0" y="265"/>
                </a:cubicBezTo>
                <a:cubicBezTo>
                  <a:pt x="0" y="133"/>
                  <a:pt x="26" y="80"/>
                  <a:pt x="53" y="53"/>
                </a:cubicBezTo>
                <a:cubicBezTo>
                  <a:pt x="79" y="27"/>
                  <a:pt x="132" y="0"/>
                  <a:pt x="3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フリーフォーム: 図形 203"/>
          <p:cNvSpPr/>
          <p:nvPr/>
        </p:nvSpPr>
        <p:spPr>
          <a:xfrm>
            <a:off x="990360" y="5248080"/>
            <a:ext cx="29160" cy="28800"/>
          </a:xfrm>
          <a:custGeom>
            <a:avLst/>
            <a:gdLst/>
            <a:ahLst/>
            <a:cxnLst/>
            <a:rect l="0" t="0" r="r" b="b"/>
            <a:pathLst>
              <a:path w="81" h="80">
                <a:moveTo>
                  <a:pt x="81" y="40"/>
                </a:moveTo>
                <a:cubicBezTo>
                  <a:pt x="81" y="45"/>
                  <a:pt x="80" y="50"/>
                  <a:pt x="78" y="55"/>
                </a:cubicBezTo>
                <a:cubicBezTo>
                  <a:pt x="76" y="60"/>
                  <a:pt x="73" y="64"/>
                  <a:pt x="69" y="68"/>
                </a:cubicBezTo>
                <a:cubicBezTo>
                  <a:pt x="65" y="72"/>
                  <a:pt x="61" y="74"/>
                  <a:pt x="56" y="76"/>
                </a:cubicBezTo>
                <a:cubicBezTo>
                  <a:pt x="50" y="79"/>
                  <a:pt x="45" y="80"/>
                  <a:pt x="40" y="80"/>
                </a:cubicBezTo>
                <a:cubicBezTo>
                  <a:pt x="35" y="80"/>
                  <a:pt x="30" y="79"/>
                  <a:pt x="25" y="76"/>
                </a:cubicBezTo>
                <a:cubicBezTo>
                  <a:pt x="20" y="74"/>
                  <a:pt x="16" y="72"/>
                  <a:pt x="12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2" y="12"/>
                </a:cubicBezTo>
                <a:cubicBezTo>
                  <a:pt x="16" y="8"/>
                  <a:pt x="20" y="5"/>
                  <a:pt x="25" y="3"/>
                </a:cubicBezTo>
                <a:cubicBezTo>
                  <a:pt x="30" y="1"/>
                  <a:pt x="35" y="0"/>
                  <a:pt x="40" y="0"/>
                </a:cubicBezTo>
                <a:cubicBezTo>
                  <a:pt x="45" y="0"/>
                  <a:pt x="50" y="1"/>
                  <a:pt x="56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3" y="15"/>
                  <a:pt x="76" y="20"/>
                  <a:pt x="78" y="25"/>
                </a:cubicBezTo>
                <a:cubicBezTo>
                  <a:pt x="80" y="29"/>
                  <a:pt x="81" y="34"/>
                  <a:pt x="81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フリーフォーム: 図形 204"/>
          <p:cNvSpPr/>
          <p:nvPr/>
        </p:nvSpPr>
        <p:spPr>
          <a:xfrm>
            <a:off x="733320" y="5248080"/>
            <a:ext cx="28800" cy="28800"/>
          </a:xfrm>
          <a:custGeom>
            <a:avLst/>
            <a:gdLst/>
            <a:ahLst/>
            <a:cxnLst/>
            <a:rect l="0" t="0" r="r" b="b"/>
            <a:pathLst>
              <a:path w="80" h="80">
                <a:moveTo>
                  <a:pt x="80" y="40"/>
                </a:moveTo>
                <a:cubicBezTo>
                  <a:pt x="80" y="45"/>
                  <a:pt x="79" y="50"/>
                  <a:pt x="77" y="55"/>
                </a:cubicBezTo>
                <a:cubicBezTo>
                  <a:pt x="75" y="60"/>
                  <a:pt x="72" y="64"/>
                  <a:pt x="69" y="68"/>
                </a:cubicBezTo>
                <a:cubicBezTo>
                  <a:pt x="65" y="72"/>
                  <a:pt x="61" y="74"/>
                  <a:pt x="55" y="76"/>
                </a:cubicBezTo>
                <a:cubicBezTo>
                  <a:pt x="50" y="79"/>
                  <a:pt x="45" y="80"/>
                  <a:pt x="39" y="80"/>
                </a:cubicBezTo>
                <a:cubicBezTo>
                  <a:pt x="34" y="80"/>
                  <a:pt x="29" y="79"/>
                  <a:pt x="24" y="76"/>
                </a:cubicBezTo>
                <a:cubicBezTo>
                  <a:pt x="19" y="74"/>
                  <a:pt x="15" y="72"/>
                  <a:pt x="11" y="68"/>
                </a:cubicBezTo>
                <a:cubicBezTo>
                  <a:pt x="8" y="64"/>
                  <a:pt x="5" y="60"/>
                  <a:pt x="3" y="55"/>
                </a:cubicBezTo>
                <a:cubicBezTo>
                  <a:pt x="1" y="50"/>
                  <a:pt x="0" y="45"/>
                  <a:pt x="0" y="40"/>
                </a:cubicBezTo>
                <a:cubicBezTo>
                  <a:pt x="0" y="34"/>
                  <a:pt x="1" y="29"/>
                  <a:pt x="3" y="25"/>
                </a:cubicBezTo>
                <a:cubicBezTo>
                  <a:pt x="5" y="20"/>
                  <a:pt x="8" y="15"/>
                  <a:pt x="11" y="12"/>
                </a:cubicBezTo>
                <a:cubicBezTo>
                  <a:pt x="15" y="8"/>
                  <a:pt x="19" y="5"/>
                  <a:pt x="24" y="3"/>
                </a:cubicBezTo>
                <a:cubicBezTo>
                  <a:pt x="29" y="1"/>
                  <a:pt x="34" y="0"/>
                  <a:pt x="39" y="0"/>
                </a:cubicBezTo>
                <a:cubicBezTo>
                  <a:pt x="45" y="0"/>
                  <a:pt x="50" y="1"/>
                  <a:pt x="55" y="3"/>
                </a:cubicBezTo>
                <a:cubicBezTo>
                  <a:pt x="61" y="5"/>
                  <a:pt x="65" y="8"/>
                  <a:pt x="69" y="12"/>
                </a:cubicBezTo>
                <a:cubicBezTo>
                  <a:pt x="72" y="15"/>
                  <a:pt x="75" y="20"/>
                  <a:pt x="77" y="25"/>
                </a:cubicBezTo>
                <a:cubicBezTo>
                  <a:pt x="79" y="29"/>
                  <a:pt x="80" y="34"/>
                  <a:pt x="80" y="40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テキスト ボックス 205"/>
          <p:cNvSpPr txBox="1"/>
          <p:nvPr/>
        </p:nvSpPr>
        <p:spPr>
          <a:xfrm>
            <a:off x="1047600" y="4122000"/>
            <a:ext cx="7289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オンライン配信（</a:t>
            </a:r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チャンネル）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フリーフォーム: 図形 206"/>
          <p:cNvSpPr/>
          <p:nvPr/>
        </p:nvSpPr>
        <p:spPr>
          <a:xfrm>
            <a:off x="666720" y="5752800"/>
            <a:ext cx="8255520" cy="29160"/>
          </a:xfrm>
          <a:custGeom>
            <a:avLst/>
            <a:gdLst/>
            <a:ahLst/>
            <a:cxnLst/>
            <a:rect l="0" t="0" r="r" b="b"/>
            <a:pathLst>
              <a:path w="22932" h="81">
                <a:moveTo>
                  <a:pt x="6760" y="81"/>
                </a:moveTo>
                <a:lnTo>
                  <a:pt x="1666" y="81"/>
                </a:lnTo>
                <a:lnTo>
                  <a:pt x="1666" y="0"/>
                </a:lnTo>
                <a:lnTo>
                  <a:pt x="6760" y="0"/>
                </a:lnTo>
                <a:lnTo>
                  <a:pt x="6760" y="81"/>
                </a:lnTo>
                <a:moveTo>
                  <a:pt x="7066" y="0"/>
                </a:moveTo>
                <a:lnTo>
                  <a:pt x="22932" y="0"/>
                </a:lnTo>
                <a:lnTo>
                  <a:pt x="22932" y="81"/>
                </a:lnTo>
                <a:lnTo>
                  <a:pt x="7066" y="81"/>
                </a:lnTo>
                <a:lnTo>
                  <a:pt x="7066" y="0"/>
                </a:lnTo>
                <a:moveTo>
                  <a:pt x="1393" y="81"/>
                </a:moveTo>
                <a:lnTo>
                  <a:pt x="0" y="81"/>
                </a:lnTo>
                <a:lnTo>
                  <a:pt x="0" y="0"/>
                </a:lnTo>
                <a:lnTo>
                  <a:pt x="1393" y="0"/>
                </a:lnTo>
                <a:lnTo>
                  <a:pt x="1393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テキスト ボックス 207"/>
          <p:cNvSpPr txBox="1"/>
          <p:nvPr/>
        </p:nvSpPr>
        <p:spPr>
          <a:xfrm>
            <a:off x="1060920" y="4903920"/>
            <a:ext cx="4801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チャンネル登録お願いします︕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フリーフォーム: 図形 208"/>
          <p:cNvSpPr/>
          <p:nvPr/>
        </p:nvSpPr>
        <p:spPr>
          <a:xfrm>
            <a:off x="666720" y="6210000"/>
            <a:ext cx="3348360" cy="29160"/>
          </a:xfrm>
          <a:custGeom>
            <a:avLst/>
            <a:gdLst/>
            <a:ahLst/>
            <a:cxnLst/>
            <a:rect l="0" t="0" r="r" b="b"/>
            <a:pathLst>
              <a:path w="9301" h="81">
                <a:moveTo>
                  <a:pt x="6558" y="81"/>
                </a:moveTo>
                <a:lnTo>
                  <a:pt x="361" y="81"/>
                </a:lnTo>
                <a:lnTo>
                  <a:pt x="361" y="0"/>
                </a:lnTo>
                <a:lnTo>
                  <a:pt x="6558" y="0"/>
                </a:lnTo>
                <a:lnTo>
                  <a:pt x="6558" y="81"/>
                </a:lnTo>
                <a:moveTo>
                  <a:pt x="7130" y="0"/>
                </a:moveTo>
                <a:lnTo>
                  <a:pt x="9301" y="0"/>
                </a:lnTo>
                <a:lnTo>
                  <a:pt x="9301" y="81"/>
                </a:lnTo>
                <a:lnTo>
                  <a:pt x="7130" y="81"/>
                </a:lnTo>
                <a:lnTo>
                  <a:pt x="7130" y="0"/>
                </a:lnTo>
                <a:moveTo>
                  <a:pt x="55" y="81"/>
                </a:moveTo>
                <a:lnTo>
                  <a:pt x="0" y="81"/>
                </a:lnTo>
                <a:lnTo>
                  <a:pt x="0" y="0"/>
                </a:lnTo>
                <a:lnTo>
                  <a:pt x="55" y="0"/>
                </a:lnTo>
                <a:lnTo>
                  <a:pt x="55" y="81"/>
                </a:lnTo>
                <a:close/>
              </a:path>
            </a:pathLst>
          </a:custGeom>
          <a:solidFill>
            <a:srgbClr val="0288D1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テキスト ボックス 209"/>
          <p:cNvSpPr txBox="1"/>
          <p:nvPr/>
        </p:nvSpPr>
        <p:spPr>
          <a:xfrm>
            <a:off x="666720" y="5370480"/>
            <a:ext cx="77403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https://www.youtube.com/channel/UCrf4bEl7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テキスト ボックス 210"/>
          <p:cNvSpPr txBox="1"/>
          <p:nvPr/>
        </p:nvSpPr>
        <p:spPr>
          <a:xfrm>
            <a:off x="666720" y="5827680"/>
            <a:ext cx="319176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0288D1"/>
                </a:solidFill>
                <a:effectLst/>
                <a:uFillTx/>
                <a:latin typeface="Meiryo"/>
                <a:ea typeface="Meiryo"/>
              </a:rPr>
              <a:t>yJnkGYo3F67gA7w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テキスト ボックス 211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5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フリーフォーム: 図形 21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フリーフォーム: 図形 21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フリーフォーム: 図形 2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フリーフォーム: 図形 215"/>
          <p:cNvSpPr/>
          <p:nvPr/>
        </p:nvSpPr>
        <p:spPr>
          <a:xfrm>
            <a:off x="752400" y="189540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1" y="247"/>
                </a:cubicBezTo>
                <a:cubicBezTo>
                  <a:pt x="285" y="255"/>
                  <a:pt x="278" y="263"/>
                  <a:pt x="271" y="271"/>
                </a:cubicBezTo>
                <a:cubicBezTo>
                  <a:pt x="263" y="278"/>
                  <a:pt x="255" y="286"/>
                  <a:pt x="247" y="291"/>
                </a:cubicBezTo>
                <a:cubicBezTo>
                  <a:pt x="238" y="297"/>
                  <a:pt x="229" y="302"/>
                  <a:pt x="219" y="306"/>
                </a:cubicBezTo>
                <a:cubicBezTo>
                  <a:pt x="210" y="310"/>
                  <a:pt x="200" y="313"/>
                  <a:pt x="189" y="315"/>
                </a:cubicBezTo>
                <a:cubicBezTo>
                  <a:pt x="179" y="317"/>
                  <a:pt x="169" y="318"/>
                  <a:pt x="158" y="318"/>
                </a:cubicBezTo>
                <a:cubicBezTo>
                  <a:pt x="148" y="318"/>
                  <a:pt x="138" y="317"/>
                  <a:pt x="127" y="315"/>
                </a:cubicBezTo>
                <a:cubicBezTo>
                  <a:pt x="117" y="313"/>
                  <a:pt x="107" y="310"/>
                  <a:pt x="98" y="306"/>
                </a:cubicBezTo>
                <a:cubicBezTo>
                  <a:pt x="88" y="302"/>
                  <a:pt x="79" y="297"/>
                  <a:pt x="70" y="291"/>
                </a:cubicBezTo>
                <a:cubicBezTo>
                  <a:pt x="62" y="286"/>
                  <a:pt x="54" y="278"/>
                  <a:pt x="46" y="271"/>
                </a:cubicBezTo>
                <a:cubicBezTo>
                  <a:pt x="39" y="263"/>
                  <a:pt x="32" y="255"/>
                  <a:pt x="26" y="247"/>
                </a:cubicBezTo>
                <a:cubicBezTo>
                  <a:pt x="21" y="238"/>
                  <a:pt x="16" y="229"/>
                  <a:pt x="12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6"/>
                </a:cubicBezTo>
                <a:cubicBezTo>
                  <a:pt x="255" y="32"/>
                  <a:pt x="263" y="39"/>
                  <a:pt x="271" y="46"/>
                </a:cubicBezTo>
                <a:cubicBezTo>
                  <a:pt x="278" y="54"/>
                  <a:pt x="285" y="62"/>
                  <a:pt x="291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フリーフォーム: 図形 216"/>
          <p:cNvSpPr/>
          <p:nvPr/>
        </p:nvSpPr>
        <p:spPr>
          <a:xfrm>
            <a:off x="1076040" y="1870560"/>
            <a:ext cx="278280" cy="216000"/>
          </a:xfrm>
          <a:custGeom>
            <a:avLst/>
            <a:gdLst/>
            <a:ahLst/>
            <a:cxnLst/>
            <a:rect l="0" t="0" r="r" b="b"/>
            <a:pathLst>
              <a:path w="773" h="600">
                <a:moveTo>
                  <a:pt x="747" y="175"/>
                </a:moveTo>
                <a:lnTo>
                  <a:pt x="412" y="175"/>
                </a:lnTo>
                <a:cubicBezTo>
                  <a:pt x="318" y="175"/>
                  <a:pt x="283" y="100"/>
                  <a:pt x="283" y="50"/>
                </a:cubicBezTo>
                <a:lnTo>
                  <a:pt x="283" y="0"/>
                </a:lnTo>
                <a:lnTo>
                  <a:pt x="180" y="0"/>
                </a:lnTo>
                <a:cubicBezTo>
                  <a:pt x="103" y="0"/>
                  <a:pt x="103" y="75"/>
                  <a:pt x="103" y="75"/>
                </a:cubicBezTo>
                <a:cubicBezTo>
                  <a:pt x="103" y="75"/>
                  <a:pt x="52" y="50"/>
                  <a:pt x="26" y="50"/>
                </a:cubicBezTo>
                <a:cubicBezTo>
                  <a:pt x="0" y="50"/>
                  <a:pt x="0" y="75"/>
                  <a:pt x="0" y="75"/>
                </a:cubicBezTo>
                <a:lnTo>
                  <a:pt x="0" y="324"/>
                </a:lnTo>
                <a:cubicBezTo>
                  <a:pt x="0" y="324"/>
                  <a:pt x="0" y="349"/>
                  <a:pt x="26" y="349"/>
                </a:cubicBezTo>
                <a:cubicBezTo>
                  <a:pt x="52" y="349"/>
                  <a:pt x="103" y="324"/>
                  <a:pt x="103" y="324"/>
                </a:cubicBezTo>
                <a:lnTo>
                  <a:pt x="103" y="500"/>
                </a:lnTo>
                <a:cubicBezTo>
                  <a:pt x="103" y="600"/>
                  <a:pt x="206" y="600"/>
                  <a:pt x="206" y="600"/>
                </a:cubicBezTo>
                <a:lnTo>
                  <a:pt x="670" y="600"/>
                </a:lnTo>
                <a:cubicBezTo>
                  <a:pt x="773" y="600"/>
                  <a:pt x="773" y="500"/>
                  <a:pt x="773" y="500"/>
                </a:cubicBezTo>
                <a:lnTo>
                  <a:pt x="773" y="172"/>
                </a:lnTo>
                <a:cubicBezTo>
                  <a:pt x="764" y="174"/>
                  <a:pt x="755" y="175"/>
                  <a:pt x="747" y="175"/>
                </a:cubicBez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フリーフォーム: 図形 217"/>
          <p:cNvSpPr/>
          <p:nvPr/>
        </p:nvSpPr>
        <p:spPr>
          <a:xfrm>
            <a:off x="1159560" y="1825560"/>
            <a:ext cx="250200" cy="261000"/>
          </a:xfrm>
          <a:custGeom>
            <a:avLst/>
            <a:gdLst/>
            <a:ahLst/>
            <a:cxnLst/>
            <a:rect l="0" t="0" r="r" b="b"/>
            <a:pathLst>
              <a:path w="695" h="725">
                <a:moveTo>
                  <a:pt x="670" y="0"/>
                </a:moveTo>
                <a:cubicBezTo>
                  <a:pt x="655" y="0"/>
                  <a:pt x="617" y="23"/>
                  <a:pt x="585" y="44"/>
                </a:cubicBezTo>
                <a:cubicBezTo>
                  <a:pt x="576" y="23"/>
                  <a:pt x="557" y="0"/>
                  <a:pt x="514" y="0"/>
                </a:cubicBezTo>
                <a:lnTo>
                  <a:pt x="231" y="0"/>
                </a:lnTo>
                <a:cubicBezTo>
                  <a:pt x="231" y="0"/>
                  <a:pt x="103" y="0"/>
                  <a:pt x="103" y="125"/>
                </a:cubicBezTo>
                <a:lnTo>
                  <a:pt x="103" y="175"/>
                </a:lnTo>
                <a:cubicBezTo>
                  <a:pt x="103" y="175"/>
                  <a:pt x="103" y="250"/>
                  <a:pt x="180" y="250"/>
                </a:cubicBezTo>
                <a:lnTo>
                  <a:pt x="514" y="250"/>
                </a:lnTo>
                <a:cubicBezTo>
                  <a:pt x="514" y="250"/>
                  <a:pt x="568" y="249"/>
                  <a:pt x="586" y="206"/>
                </a:cubicBezTo>
                <a:cubicBezTo>
                  <a:pt x="618" y="227"/>
                  <a:pt x="655" y="250"/>
                  <a:pt x="670" y="250"/>
                </a:cubicBezTo>
                <a:cubicBezTo>
                  <a:pt x="695" y="250"/>
                  <a:pt x="695" y="225"/>
                  <a:pt x="695" y="225"/>
                </a:cubicBezTo>
                <a:lnTo>
                  <a:pt x="695" y="25"/>
                </a:lnTo>
                <a:cubicBezTo>
                  <a:pt x="695" y="25"/>
                  <a:pt x="695" y="0"/>
                  <a:pt x="670" y="0"/>
                </a:cubicBezTo>
                <a:moveTo>
                  <a:pt x="0" y="725"/>
                </a:moveTo>
                <a:lnTo>
                  <a:pt x="0" y="500"/>
                </a:lnTo>
                <a:cubicBezTo>
                  <a:pt x="0" y="500"/>
                  <a:pt x="0" y="425"/>
                  <a:pt x="71" y="425"/>
                </a:cubicBezTo>
                <a:lnTo>
                  <a:pt x="334" y="425"/>
                </a:lnTo>
                <a:cubicBezTo>
                  <a:pt x="334" y="425"/>
                  <a:pt x="411" y="425"/>
                  <a:pt x="411" y="500"/>
                </a:cubicBezTo>
                <a:lnTo>
                  <a:pt x="411" y="725"/>
                </a:lnTo>
                <a:lnTo>
                  <a:pt x="360" y="725"/>
                </a:lnTo>
                <a:lnTo>
                  <a:pt x="360" y="500"/>
                </a:lnTo>
                <a:cubicBezTo>
                  <a:pt x="360" y="500"/>
                  <a:pt x="360" y="475"/>
                  <a:pt x="334" y="475"/>
                </a:cubicBezTo>
                <a:lnTo>
                  <a:pt x="77" y="475"/>
                </a:lnTo>
                <a:cubicBezTo>
                  <a:pt x="77" y="475"/>
                  <a:pt x="51" y="475"/>
                  <a:pt x="51" y="500"/>
                </a:cubicBezTo>
                <a:lnTo>
                  <a:pt x="51" y="725"/>
                </a:lnTo>
                <a:lnTo>
                  <a:pt x="0" y="725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テキスト ボックス 218"/>
          <p:cNvSpPr txBox="1"/>
          <p:nvPr/>
        </p:nvSpPr>
        <p:spPr>
          <a:xfrm>
            <a:off x="666720" y="618480"/>
            <a:ext cx="384120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本⽇の注意事項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フリーフォーム: 図形 219"/>
          <p:cNvSpPr/>
          <p:nvPr/>
        </p:nvSpPr>
        <p:spPr>
          <a:xfrm>
            <a:off x="752400" y="242856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6" y="72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2"/>
                </a:cubicBezTo>
                <a:cubicBezTo>
                  <a:pt x="297" y="81"/>
                  <a:pt x="302" y="90"/>
                  <a:pt x="306" y="99"/>
                </a:cubicBezTo>
                <a:cubicBezTo>
                  <a:pt x="310" y="109"/>
                  <a:pt x="313" y="119"/>
                  <a:pt x="315" y="129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フリーフォーム: 図形 220"/>
          <p:cNvSpPr/>
          <p:nvPr/>
        </p:nvSpPr>
        <p:spPr>
          <a:xfrm>
            <a:off x="1076040" y="2314080"/>
            <a:ext cx="333720" cy="315360"/>
          </a:xfrm>
          <a:custGeom>
            <a:avLst/>
            <a:gdLst/>
            <a:ahLst/>
            <a:cxnLst/>
            <a:rect l="0" t="0" r="r" b="b"/>
            <a:pathLst>
              <a:path w="927" h="876">
                <a:moveTo>
                  <a:pt x="464" y="0"/>
                </a:moveTo>
                <a:cubicBezTo>
                  <a:pt x="208" y="0"/>
                  <a:pt x="0" y="162"/>
                  <a:pt x="0" y="361"/>
                </a:cubicBezTo>
                <a:cubicBezTo>
                  <a:pt x="0" y="474"/>
                  <a:pt x="67" y="574"/>
                  <a:pt x="170" y="640"/>
                </a:cubicBezTo>
                <a:cubicBezTo>
                  <a:pt x="157" y="699"/>
                  <a:pt x="125" y="787"/>
                  <a:pt x="52" y="876"/>
                </a:cubicBezTo>
                <a:cubicBezTo>
                  <a:pt x="200" y="851"/>
                  <a:pt x="296" y="779"/>
                  <a:pt x="354" y="711"/>
                </a:cubicBezTo>
                <a:cubicBezTo>
                  <a:pt x="390" y="717"/>
                  <a:pt x="426" y="721"/>
                  <a:pt x="464" y="721"/>
                </a:cubicBezTo>
                <a:cubicBezTo>
                  <a:pt x="720" y="721"/>
                  <a:pt x="927" y="560"/>
                  <a:pt x="927" y="361"/>
                </a:cubicBezTo>
                <a:cubicBezTo>
                  <a:pt x="927" y="162"/>
                  <a:pt x="720" y="0"/>
                  <a:pt x="464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フリーフォーム: 図形 221"/>
          <p:cNvSpPr/>
          <p:nvPr/>
        </p:nvSpPr>
        <p:spPr>
          <a:xfrm>
            <a:off x="122436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6" y="102"/>
                  <a:pt x="59" y="104"/>
                  <a:pt x="52" y="104"/>
                </a:cubicBezTo>
                <a:cubicBezTo>
                  <a:pt x="45" y="104"/>
                  <a:pt x="39" y="102"/>
                  <a:pt x="33" y="100"/>
                </a:cubicBezTo>
                <a:cubicBezTo>
                  <a:pt x="26" y="97"/>
                  <a:pt x="21" y="93"/>
                  <a:pt x="15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5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8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フリーフォーム: 図形 222"/>
          <p:cNvSpPr/>
          <p:nvPr/>
        </p:nvSpPr>
        <p:spPr>
          <a:xfrm>
            <a:off x="129852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2" y="66"/>
                  <a:pt x="100" y="72"/>
                </a:cubicBezTo>
                <a:cubicBezTo>
                  <a:pt x="97" y="78"/>
                  <a:pt x="93" y="84"/>
                  <a:pt x="88" y="89"/>
                </a:cubicBezTo>
                <a:cubicBezTo>
                  <a:pt x="84" y="93"/>
                  <a:pt x="78" y="97"/>
                  <a:pt x="72" y="100"/>
                </a:cubicBezTo>
                <a:cubicBezTo>
                  <a:pt x="65" y="102"/>
                  <a:pt x="59" y="104"/>
                  <a:pt x="52" y="104"/>
                </a:cubicBezTo>
                <a:cubicBezTo>
                  <a:pt x="45" y="104"/>
                  <a:pt x="39" y="102"/>
                  <a:pt x="32" y="100"/>
                </a:cubicBezTo>
                <a:cubicBezTo>
                  <a:pt x="26" y="97"/>
                  <a:pt x="21" y="93"/>
                  <a:pt x="16" y="89"/>
                </a:cubicBezTo>
                <a:cubicBezTo>
                  <a:pt x="10" y="84"/>
                  <a:pt x="6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6" y="25"/>
                  <a:pt x="10" y="20"/>
                  <a:pt x="16" y="15"/>
                </a:cubicBezTo>
                <a:cubicBezTo>
                  <a:pt x="21" y="10"/>
                  <a:pt x="26" y="6"/>
                  <a:pt x="32" y="4"/>
                </a:cubicBezTo>
                <a:cubicBezTo>
                  <a:pt x="39" y="1"/>
                  <a:pt x="45" y="0"/>
                  <a:pt x="52" y="0"/>
                </a:cubicBezTo>
                <a:cubicBezTo>
                  <a:pt x="59" y="0"/>
                  <a:pt x="65" y="1"/>
                  <a:pt x="72" y="4"/>
                </a:cubicBezTo>
                <a:cubicBezTo>
                  <a:pt x="78" y="6"/>
                  <a:pt x="84" y="10"/>
                  <a:pt x="88" y="15"/>
                </a:cubicBezTo>
                <a:cubicBezTo>
                  <a:pt x="93" y="20"/>
                  <a:pt x="97" y="25"/>
                  <a:pt x="100" y="32"/>
                </a:cubicBezTo>
                <a:cubicBezTo>
                  <a:pt x="102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フリーフォーム: 図形 223"/>
          <p:cNvSpPr/>
          <p:nvPr/>
        </p:nvSpPr>
        <p:spPr>
          <a:xfrm>
            <a:off x="1150200" y="2425320"/>
            <a:ext cx="37440" cy="37440"/>
          </a:xfrm>
          <a:custGeom>
            <a:avLst/>
            <a:gdLst/>
            <a:ahLst/>
            <a:cxnLst/>
            <a:rect l="0" t="0" r="r" b="b"/>
            <a:pathLst>
              <a:path w="104" h="104">
                <a:moveTo>
                  <a:pt x="104" y="52"/>
                </a:moveTo>
                <a:cubicBezTo>
                  <a:pt x="104" y="59"/>
                  <a:pt x="103" y="66"/>
                  <a:pt x="100" y="72"/>
                </a:cubicBezTo>
                <a:cubicBezTo>
                  <a:pt x="97" y="78"/>
                  <a:pt x="94" y="84"/>
                  <a:pt x="89" y="89"/>
                </a:cubicBezTo>
                <a:cubicBezTo>
                  <a:pt x="84" y="93"/>
                  <a:pt x="79" y="97"/>
                  <a:pt x="72" y="100"/>
                </a:cubicBezTo>
                <a:cubicBezTo>
                  <a:pt x="66" y="102"/>
                  <a:pt x="59" y="104"/>
                  <a:pt x="53" y="104"/>
                </a:cubicBezTo>
                <a:cubicBezTo>
                  <a:pt x="46" y="104"/>
                  <a:pt x="39" y="102"/>
                  <a:pt x="33" y="100"/>
                </a:cubicBezTo>
                <a:cubicBezTo>
                  <a:pt x="27" y="97"/>
                  <a:pt x="21" y="93"/>
                  <a:pt x="15" y="89"/>
                </a:cubicBezTo>
                <a:cubicBezTo>
                  <a:pt x="10" y="84"/>
                  <a:pt x="7" y="78"/>
                  <a:pt x="4" y="72"/>
                </a:cubicBezTo>
                <a:cubicBezTo>
                  <a:pt x="1" y="66"/>
                  <a:pt x="0" y="59"/>
                  <a:pt x="0" y="52"/>
                </a:cubicBezTo>
                <a:cubicBezTo>
                  <a:pt x="0" y="44"/>
                  <a:pt x="1" y="38"/>
                  <a:pt x="4" y="32"/>
                </a:cubicBezTo>
                <a:cubicBezTo>
                  <a:pt x="7" y="25"/>
                  <a:pt x="10" y="20"/>
                  <a:pt x="15" y="15"/>
                </a:cubicBezTo>
                <a:cubicBezTo>
                  <a:pt x="21" y="10"/>
                  <a:pt x="27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59" y="0"/>
                  <a:pt x="66" y="1"/>
                  <a:pt x="72" y="4"/>
                </a:cubicBezTo>
                <a:cubicBezTo>
                  <a:pt x="79" y="6"/>
                  <a:pt x="84" y="10"/>
                  <a:pt x="89" y="15"/>
                </a:cubicBezTo>
                <a:cubicBezTo>
                  <a:pt x="94" y="20"/>
                  <a:pt x="97" y="25"/>
                  <a:pt x="100" y="32"/>
                </a:cubicBezTo>
                <a:cubicBezTo>
                  <a:pt x="103" y="38"/>
                  <a:pt x="104" y="44"/>
                  <a:pt x="104" y="52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テキスト ボックス 224"/>
          <p:cNvSpPr txBox="1"/>
          <p:nvPr/>
        </p:nvSpPr>
        <p:spPr>
          <a:xfrm>
            <a:off x="1422000" y="1721520"/>
            <a:ext cx="69602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配信は録画されています（アーカイブ視聴可）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フリーフォーム: 図形 225"/>
          <p:cNvSpPr/>
          <p:nvPr/>
        </p:nvSpPr>
        <p:spPr>
          <a:xfrm>
            <a:off x="752400" y="297144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60"/>
                </a:moveTo>
                <a:cubicBezTo>
                  <a:pt x="318" y="171"/>
                  <a:pt x="317" y="181"/>
                  <a:pt x="315" y="191"/>
                </a:cubicBezTo>
                <a:cubicBezTo>
                  <a:pt x="313" y="201"/>
                  <a:pt x="310" y="211"/>
                  <a:pt x="306" y="221"/>
                </a:cubicBezTo>
                <a:cubicBezTo>
                  <a:pt x="302" y="231"/>
                  <a:pt x="297" y="240"/>
                  <a:pt x="291" y="248"/>
                </a:cubicBezTo>
                <a:cubicBezTo>
                  <a:pt x="285" y="257"/>
                  <a:pt x="278" y="265"/>
                  <a:pt x="271" y="273"/>
                </a:cubicBezTo>
                <a:cubicBezTo>
                  <a:pt x="263" y="280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80"/>
                  <a:pt x="46" y="273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40"/>
                  <a:pt x="16" y="231"/>
                  <a:pt x="12" y="221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1"/>
                  <a:pt x="0" y="171"/>
                  <a:pt x="0" y="160"/>
                </a:cubicBezTo>
                <a:cubicBezTo>
                  <a:pt x="0" y="150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40"/>
                  <a:pt x="62" y="33"/>
                  <a:pt x="70" y="27"/>
                </a:cubicBezTo>
                <a:cubicBezTo>
                  <a:pt x="79" y="21"/>
                  <a:pt x="88" y="17"/>
                  <a:pt x="98" y="13"/>
                </a:cubicBezTo>
                <a:cubicBezTo>
                  <a:pt x="107" y="9"/>
                  <a:pt x="117" y="6"/>
                  <a:pt x="127" y="4"/>
                </a:cubicBezTo>
                <a:cubicBezTo>
                  <a:pt x="138" y="2"/>
                  <a:pt x="148" y="0"/>
                  <a:pt x="158" y="0"/>
                </a:cubicBezTo>
                <a:cubicBezTo>
                  <a:pt x="169" y="0"/>
                  <a:pt x="179" y="2"/>
                  <a:pt x="189" y="4"/>
                </a:cubicBezTo>
                <a:cubicBezTo>
                  <a:pt x="200" y="6"/>
                  <a:pt x="210" y="9"/>
                  <a:pt x="219" y="13"/>
                </a:cubicBezTo>
                <a:cubicBezTo>
                  <a:pt x="229" y="17"/>
                  <a:pt x="238" y="21"/>
                  <a:pt x="247" y="27"/>
                </a:cubicBezTo>
                <a:cubicBezTo>
                  <a:pt x="255" y="33"/>
                  <a:pt x="263" y="40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80"/>
                  <a:pt x="302" y="89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50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フリーフォーム: 図形 226"/>
          <p:cNvSpPr/>
          <p:nvPr/>
        </p:nvSpPr>
        <p:spPr>
          <a:xfrm>
            <a:off x="1085400" y="2847960"/>
            <a:ext cx="278280" cy="324000"/>
          </a:xfrm>
          <a:custGeom>
            <a:avLst/>
            <a:gdLst/>
            <a:ahLst/>
            <a:cxnLst/>
            <a:rect l="0" t="0" r="r" b="b"/>
            <a:pathLst>
              <a:path w="773" h="900">
                <a:moveTo>
                  <a:pt x="773" y="800"/>
                </a:moveTo>
                <a:cubicBezTo>
                  <a:pt x="773" y="855"/>
                  <a:pt x="727" y="900"/>
                  <a:pt x="670" y="900"/>
                </a:cubicBezTo>
                <a:lnTo>
                  <a:pt x="103" y="900"/>
                </a:lnTo>
                <a:cubicBezTo>
                  <a:pt x="46" y="900"/>
                  <a:pt x="0" y="855"/>
                  <a:pt x="0" y="800"/>
                </a:cubicBezTo>
                <a:lnTo>
                  <a:pt x="0" y="99"/>
                </a:lnTo>
                <a:cubicBezTo>
                  <a:pt x="0" y="44"/>
                  <a:pt x="46" y="0"/>
                  <a:pt x="103" y="0"/>
                </a:cubicBezTo>
                <a:lnTo>
                  <a:pt x="670" y="0"/>
                </a:lnTo>
                <a:cubicBezTo>
                  <a:pt x="727" y="0"/>
                  <a:pt x="773" y="44"/>
                  <a:pt x="773" y="99"/>
                </a:cubicBezTo>
                <a:lnTo>
                  <a:pt x="773" y="800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フリーフォーム: 図形 227"/>
          <p:cNvSpPr/>
          <p:nvPr/>
        </p:nvSpPr>
        <p:spPr>
          <a:xfrm>
            <a:off x="1122480" y="2910600"/>
            <a:ext cx="204120" cy="198360"/>
          </a:xfrm>
          <a:custGeom>
            <a:avLst/>
            <a:gdLst/>
            <a:ahLst/>
            <a:cxnLst/>
            <a:rect l="0" t="0" r="r" b="b"/>
            <a:pathLst>
              <a:path w="567" h="551">
                <a:moveTo>
                  <a:pt x="567" y="426"/>
                </a:moveTo>
                <a:cubicBezTo>
                  <a:pt x="567" y="440"/>
                  <a:pt x="554" y="451"/>
                  <a:pt x="540" y="451"/>
                </a:cubicBezTo>
                <a:lnTo>
                  <a:pt x="26" y="451"/>
                </a:lnTo>
                <a:cubicBezTo>
                  <a:pt x="11" y="451"/>
                  <a:pt x="0" y="440"/>
                  <a:pt x="0" y="426"/>
                </a:cubicBezTo>
                <a:cubicBezTo>
                  <a:pt x="0" y="411"/>
                  <a:pt x="11" y="400"/>
                  <a:pt x="26" y="400"/>
                </a:cubicBezTo>
                <a:lnTo>
                  <a:pt x="540" y="400"/>
                </a:lnTo>
                <a:cubicBezTo>
                  <a:pt x="554" y="400"/>
                  <a:pt x="567" y="411"/>
                  <a:pt x="567" y="426"/>
                </a:cubicBezTo>
                <a:moveTo>
                  <a:pt x="154" y="526"/>
                </a:moveTo>
                <a:cubicBezTo>
                  <a:pt x="154" y="540"/>
                  <a:pt x="143" y="551"/>
                  <a:pt x="129" y="551"/>
                </a:cubicBezTo>
                <a:lnTo>
                  <a:pt x="26" y="551"/>
                </a:lnTo>
                <a:cubicBezTo>
                  <a:pt x="11" y="551"/>
                  <a:pt x="0" y="540"/>
                  <a:pt x="0" y="526"/>
                </a:cubicBezTo>
                <a:cubicBezTo>
                  <a:pt x="0" y="512"/>
                  <a:pt x="11" y="501"/>
                  <a:pt x="26" y="501"/>
                </a:cubicBezTo>
                <a:lnTo>
                  <a:pt x="129" y="501"/>
                </a:lnTo>
                <a:cubicBezTo>
                  <a:pt x="143" y="501"/>
                  <a:pt x="154" y="512"/>
                  <a:pt x="154" y="526"/>
                </a:cubicBezTo>
                <a:moveTo>
                  <a:pt x="567" y="25"/>
                </a:moveTo>
                <a:cubicBezTo>
                  <a:pt x="567" y="39"/>
                  <a:pt x="554" y="50"/>
                  <a:pt x="540" y="50"/>
                </a:cubicBezTo>
                <a:lnTo>
                  <a:pt x="26" y="50"/>
                </a:lnTo>
                <a:cubicBezTo>
                  <a:pt x="11" y="50"/>
                  <a:pt x="0" y="39"/>
                  <a:pt x="0" y="25"/>
                </a:cubicBezTo>
                <a:cubicBezTo>
                  <a:pt x="0" y="12"/>
                  <a:pt x="11" y="0"/>
                  <a:pt x="26" y="0"/>
                </a:cubicBezTo>
                <a:lnTo>
                  <a:pt x="540" y="0"/>
                </a:lnTo>
                <a:cubicBezTo>
                  <a:pt x="554" y="0"/>
                  <a:pt x="567" y="12"/>
                  <a:pt x="567" y="25"/>
                </a:cubicBezTo>
                <a:moveTo>
                  <a:pt x="567" y="125"/>
                </a:moveTo>
                <a:cubicBezTo>
                  <a:pt x="567" y="139"/>
                  <a:pt x="554" y="150"/>
                  <a:pt x="540" y="150"/>
                </a:cubicBezTo>
                <a:lnTo>
                  <a:pt x="26" y="150"/>
                </a:lnTo>
                <a:cubicBezTo>
                  <a:pt x="11" y="150"/>
                  <a:pt x="0" y="139"/>
                  <a:pt x="0" y="125"/>
                </a:cubicBezTo>
                <a:cubicBezTo>
                  <a:pt x="0" y="112"/>
                  <a:pt x="11" y="100"/>
                  <a:pt x="26" y="100"/>
                </a:cubicBezTo>
                <a:lnTo>
                  <a:pt x="540" y="100"/>
                </a:lnTo>
                <a:cubicBezTo>
                  <a:pt x="554" y="100"/>
                  <a:pt x="567" y="112"/>
                  <a:pt x="567" y="125"/>
                </a:cubicBezTo>
                <a:moveTo>
                  <a:pt x="567" y="225"/>
                </a:moveTo>
                <a:cubicBezTo>
                  <a:pt x="567" y="239"/>
                  <a:pt x="554" y="250"/>
                  <a:pt x="540" y="250"/>
                </a:cubicBezTo>
                <a:lnTo>
                  <a:pt x="26" y="250"/>
                </a:lnTo>
                <a:cubicBezTo>
                  <a:pt x="11" y="250"/>
                  <a:pt x="0" y="239"/>
                  <a:pt x="0" y="225"/>
                </a:cubicBezTo>
                <a:cubicBezTo>
                  <a:pt x="0" y="212"/>
                  <a:pt x="11" y="200"/>
                  <a:pt x="26" y="200"/>
                </a:cubicBezTo>
                <a:lnTo>
                  <a:pt x="540" y="200"/>
                </a:lnTo>
                <a:cubicBezTo>
                  <a:pt x="554" y="200"/>
                  <a:pt x="567" y="212"/>
                  <a:pt x="567" y="225"/>
                </a:cubicBezTo>
                <a:moveTo>
                  <a:pt x="567" y="325"/>
                </a:moveTo>
                <a:cubicBezTo>
                  <a:pt x="567" y="339"/>
                  <a:pt x="554" y="350"/>
                  <a:pt x="540" y="350"/>
                </a:cubicBezTo>
                <a:lnTo>
                  <a:pt x="26" y="350"/>
                </a:lnTo>
                <a:cubicBezTo>
                  <a:pt x="11" y="350"/>
                  <a:pt x="0" y="339"/>
                  <a:pt x="0" y="325"/>
                </a:cubicBezTo>
                <a:cubicBezTo>
                  <a:pt x="0" y="311"/>
                  <a:pt x="11" y="300"/>
                  <a:pt x="26" y="300"/>
                </a:cubicBezTo>
                <a:lnTo>
                  <a:pt x="540" y="300"/>
                </a:lnTo>
                <a:cubicBezTo>
                  <a:pt x="554" y="300"/>
                  <a:pt x="567" y="311"/>
                  <a:pt x="567" y="325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フリーフォーム: 図形 228"/>
          <p:cNvSpPr/>
          <p:nvPr/>
        </p:nvSpPr>
        <p:spPr>
          <a:xfrm>
            <a:off x="1155240" y="2900520"/>
            <a:ext cx="208440" cy="208440"/>
          </a:xfrm>
          <a:custGeom>
            <a:avLst/>
            <a:gdLst/>
            <a:ahLst/>
            <a:cxnLst/>
            <a:rect l="0" t="0" r="r" b="b"/>
            <a:pathLst>
              <a:path w="579" h="579">
                <a:moveTo>
                  <a:pt x="579" y="10"/>
                </a:moveTo>
                <a:cubicBezTo>
                  <a:pt x="557" y="-3"/>
                  <a:pt x="530" y="-4"/>
                  <a:pt x="513" y="10"/>
                </a:cubicBezTo>
                <a:lnTo>
                  <a:pt x="492" y="26"/>
                </a:lnTo>
                <a:lnTo>
                  <a:pt x="454" y="56"/>
                </a:lnTo>
                <a:lnTo>
                  <a:pt x="452" y="58"/>
                </a:lnTo>
                <a:lnTo>
                  <a:pt x="391" y="107"/>
                </a:lnTo>
                <a:lnTo>
                  <a:pt x="85" y="350"/>
                </a:lnTo>
                <a:cubicBezTo>
                  <a:pt x="74" y="358"/>
                  <a:pt x="65" y="380"/>
                  <a:pt x="55" y="401"/>
                </a:cubicBezTo>
                <a:cubicBezTo>
                  <a:pt x="45" y="423"/>
                  <a:pt x="30" y="473"/>
                  <a:pt x="18" y="511"/>
                </a:cubicBezTo>
                <a:cubicBezTo>
                  <a:pt x="14" y="517"/>
                  <a:pt x="-10" y="557"/>
                  <a:pt x="4" y="572"/>
                </a:cubicBezTo>
                <a:cubicBezTo>
                  <a:pt x="17" y="588"/>
                  <a:pt x="63" y="573"/>
                  <a:pt x="70" y="571"/>
                </a:cubicBezTo>
                <a:cubicBezTo>
                  <a:pt x="112" y="566"/>
                  <a:pt x="166" y="561"/>
                  <a:pt x="189" y="556"/>
                </a:cubicBezTo>
                <a:cubicBezTo>
                  <a:pt x="213" y="551"/>
                  <a:pt x="237" y="546"/>
                  <a:pt x="248" y="537"/>
                </a:cubicBezTo>
                <a:lnTo>
                  <a:pt x="249" y="537"/>
                </a:lnTo>
                <a:lnTo>
                  <a:pt x="555" y="294"/>
                </a:lnTo>
                <a:lnTo>
                  <a:pt x="575" y="278"/>
                </a:lnTo>
                <a:lnTo>
                  <a:pt x="579" y="275"/>
                </a:lnTo>
                <a:lnTo>
                  <a:pt x="579" y="10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フリーフォーム: 図形 229"/>
          <p:cNvSpPr/>
          <p:nvPr/>
        </p:nvSpPr>
        <p:spPr>
          <a:xfrm>
            <a:off x="1158480" y="3005280"/>
            <a:ext cx="89280" cy="86760"/>
          </a:xfrm>
          <a:custGeom>
            <a:avLst/>
            <a:gdLst/>
            <a:ahLst/>
            <a:cxnLst/>
            <a:rect l="0" t="0" r="r" b="b"/>
            <a:pathLst>
              <a:path w="248" h="241">
                <a:moveTo>
                  <a:pt x="239" y="125"/>
                </a:moveTo>
                <a:cubicBezTo>
                  <a:pt x="239" y="125"/>
                  <a:pt x="206" y="78"/>
                  <a:pt x="185" y="62"/>
                </a:cubicBezTo>
                <a:cubicBezTo>
                  <a:pt x="167" y="41"/>
                  <a:pt x="119" y="9"/>
                  <a:pt x="119" y="9"/>
                </a:cubicBezTo>
                <a:cubicBezTo>
                  <a:pt x="107" y="-2"/>
                  <a:pt x="87" y="-3"/>
                  <a:pt x="76" y="8"/>
                </a:cubicBezTo>
                <a:cubicBezTo>
                  <a:pt x="65" y="19"/>
                  <a:pt x="56" y="42"/>
                  <a:pt x="46" y="65"/>
                </a:cubicBezTo>
                <a:cubicBezTo>
                  <a:pt x="34" y="94"/>
                  <a:pt x="13" y="170"/>
                  <a:pt x="0" y="210"/>
                </a:cubicBezTo>
                <a:cubicBezTo>
                  <a:pt x="-2" y="216"/>
                  <a:pt x="14" y="198"/>
                  <a:pt x="13" y="204"/>
                </a:cubicBezTo>
                <a:cubicBezTo>
                  <a:pt x="13" y="209"/>
                  <a:pt x="14" y="214"/>
                  <a:pt x="15" y="219"/>
                </a:cubicBezTo>
                <a:lnTo>
                  <a:pt x="12" y="223"/>
                </a:lnTo>
                <a:lnTo>
                  <a:pt x="17" y="225"/>
                </a:lnTo>
                <a:cubicBezTo>
                  <a:pt x="18" y="227"/>
                  <a:pt x="18" y="228"/>
                  <a:pt x="19" y="230"/>
                </a:cubicBezTo>
                <a:lnTo>
                  <a:pt x="23" y="226"/>
                </a:lnTo>
                <a:cubicBezTo>
                  <a:pt x="28" y="227"/>
                  <a:pt x="33" y="228"/>
                  <a:pt x="38" y="228"/>
                </a:cubicBezTo>
                <a:cubicBezTo>
                  <a:pt x="44" y="228"/>
                  <a:pt x="25" y="243"/>
                  <a:pt x="32" y="241"/>
                </a:cubicBezTo>
                <a:cubicBezTo>
                  <a:pt x="73" y="228"/>
                  <a:pt x="152" y="208"/>
                  <a:pt x="181" y="196"/>
                </a:cubicBezTo>
                <a:cubicBezTo>
                  <a:pt x="205" y="187"/>
                  <a:pt x="229" y="178"/>
                  <a:pt x="240" y="167"/>
                </a:cubicBezTo>
                <a:cubicBezTo>
                  <a:pt x="251" y="156"/>
                  <a:pt x="251" y="138"/>
                  <a:pt x="239" y="125"/>
                </a:cubicBezTo>
                <a:close/>
              </a:path>
            </a:pathLst>
          </a:custGeom>
          <a:solidFill>
            <a:srgbClr val="D99E8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フリーフォーム: 図形 230"/>
          <p:cNvSpPr/>
          <p:nvPr/>
        </p:nvSpPr>
        <p:spPr>
          <a:xfrm>
            <a:off x="1304640" y="2852640"/>
            <a:ext cx="100440" cy="97560"/>
          </a:xfrm>
          <a:custGeom>
            <a:avLst/>
            <a:gdLst/>
            <a:ahLst/>
            <a:cxnLst/>
            <a:rect l="0" t="0" r="r" b="b"/>
            <a:pathLst>
              <a:path w="279" h="271">
                <a:moveTo>
                  <a:pt x="17" y="97"/>
                </a:moveTo>
                <a:cubicBezTo>
                  <a:pt x="-5" y="119"/>
                  <a:pt x="-5" y="155"/>
                  <a:pt x="17" y="176"/>
                </a:cubicBezTo>
                <a:lnTo>
                  <a:pt x="99" y="256"/>
                </a:lnTo>
                <a:cubicBezTo>
                  <a:pt x="121" y="277"/>
                  <a:pt x="159" y="277"/>
                  <a:pt x="181" y="256"/>
                </a:cubicBezTo>
                <a:lnTo>
                  <a:pt x="263" y="176"/>
                </a:lnTo>
                <a:cubicBezTo>
                  <a:pt x="285" y="155"/>
                  <a:pt x="285" y="119"/>
                  <a:pt x="263" y="97"/>
                </a:cubicBezTo>
                <a:lnTo>
                  <a:pt x="181" y="17"/>
                </a:lnTo>
                <a:cubicBezTo>
                  <a:pt x="159" y="-5"/>
                  <a:pt x="121" y="-5"/>
                  <a:pt x="99" y="17"/>
                </a:cubicBezTo>
                <a:lnTo>
                  <a:pt x="17" y="97"/>
                </a:lnTo>
                <a:close/>
              </a:path>
            </a:pathLst>
          </a:custGeom>
          <a:solidFill>
            <a:srgbClr val="EA596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フリーフォーム: 図形 231"/>
          <p:cNvSpPr/>
          <p:nvPr/>
        </p:nvSpPr>
        <p:spPr>
          <a:xfrm>
            <a:off x="1185840" y="2901240"/>
            <a:ext cx="169200" cy="164160"/>
          </a:xfrm>
          <a:custGeom>
            <a:avLst/>
            <a:gdLst/>
            <a:ahLst/>
            <a:cxnLst/>
            <a:rect l="0" t="0" r="r" b="b"/>
            <a:pathLst>
              <a:path w="470" h="456">
                <a:moveTo>
                  <a:pt x="0" y="297"/>
                </a:moveTo>
                <a:lnTo>
                  <a:pt x="82" y="377"/>
                </a:lnTo>
                <a:lnTo>
                  <a:pt x="163" y="456"/>
                </a:lnTo>
                <a:lnTo>
                  <a:pt x="470" y="158"/>
                </a:lnTo>
                <a:lnTo>
                  <a:pt x="307" y="0"/>
                </a:lnTo>
                <a:lnTo>
                  <a:pt x="0" y="297"/>
                </a:ln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フリーフォーム: 図形 232"/>
          <p:cNvSpPr/>
          <p:nvPr/>
        </p:nvSpPr>
        <p:spPr>
          <a:xfrm>
            <a:off x="1155240" y="3070080"/>
            <a:ext cx="25920" cy="25200"/>
          </a:xfrm>
          <a:custGeom>
            <a:avLst/>
            <a:gdLst/>
            <a:ahLst/>
            <a:cxnLst/>
            <a:rect l="0" t="0" r="r" b="b"/>
            <a:pathLst>
              <a:path w="72" h="70">
                <a:moveTo>
                  <a:pt x="72" y="51"/>
                </a:moveTo>
                <a:cubicBezTo>
                  <a:pt x="72" y="51"/>
                  <a:pt x="18" y="80"/>
                  <a:pt x="4" y="66"/>
                </a:cubicBezTo>
                <a:cubicBezTo>
                  <a:pt x="-11" y="51"/>
                  <a:pt x="19" y="0"/>
                  <a:pt x="19" y="0"/>
                </a:cubicBezTo>
                <a:cubicBezTo>
                  <a:pt x="19" y="0"/>
                  <a:pt x="70" y="1"/>
                  <a:pt x="72" y="51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フリーフォーム: 図形 233"/>
          <p:cNvSpPr/>
          <p:nvPr/>
        </p:nvSpPr>
        <p:spPr>
          <a:xfrm>
            <a:off x="1296000" y="2865600"/>
            <a:ext cx="95760" cy="92880"/>
          </a:xfrm>
          <a:custGeom>
            <a:avLst/>
            <a:gdLst/>
            <a:ahLst/>
            <a:cxnLst/>
            <a:rect l="0" t="0" r="r" b="b"/>
            <a:pathLst>
              <a:path w="266" h="258">
                <a:moveTo>
                  <a:pt x="0" y="99"/>
                </a:moveTo>
                <a:lnTo>
                  <a:pt x="102" y="0"/>
                </a:lnTo>
                <a:lnTo>
                  <a:pt x="266" y="159"/>
                </a:lnTo>
                <a:lnTo>
                  <a:pt x="163" y="258"/>
                </a:lnTo>
                <a:lnTo>
                  <a:pt x="0" y="99"/>
                </a:ln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フリーフォーム: 図形 234"/>
          <p:cNvSpPr/>
          <p:nvPr/>
        </p:nvSpPr>
        <p:spPr>
          <a:xfrm>
            <a:off x="1303200" y="2872800"/>
            <a:ext cx="81000" cy="78480"/>
          </a:xfrm>
          <a:custGeom>
            <a:avLst/>
            <a:gdLst/>
            <a:ahLst/>
            <a:cxnLst/>
            <a:rect l="0" t="0" r="r" b="b"/>
            <a:pathLst>
              <a:path w="225" h="218">
                <a:moveTo>
                  <a:pt x="41" y="19"/>
                </a:moveTo>
                <a:lnTo>
                  <a:pt x="61" y="0"/>
                </a:lnTo>
                <a:lnTo>
                  <a:pt x="225" y="159"/>
                </a:lnTo>
                <a:lnTo>
                  <a:pt x="205" y="179"/>
                </a:lnTo>
                <a:lnTo>
                  <a:pt x="41" y="19"/>
                </a:lnTo>
                <a:moveTo>
                  <a:pt x="0" y="59"/>
                </a:moveTo>
                <a:lnTo>
                  <a:pt x="20" y="39"/>
                </a:lnTo>
                <a:lnTo>
                  <a:pt x="184" y="199"/>
                </a:lnTo>
                <a:lnTo>
                  <a:pt x="164" y="218"/>
                </a:lnTo>
                <a:lnTo>
                  <a:pt x="0" y="59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テキスト ボックス 235"/>
          <p:cNvSpPr txBox="1"/>
          <p:nvPr/>
        </p:nvSpPr>
        <p:spPr>
          <a:xfrm>
            <a:off x="1422000" y="2255040"/>
            <a:ext cx="36990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質問・コメント⼤歓迎︕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テキスト ボックス 236"/>
          <p:cNvSpPr txBox="1"/>
          <p:nvPr/>
        </p:nvSpPr>
        <p:spPr>
          <a:xfrm>
            <a:off x="1422000" y="2797920"/>
            <a:ext cx="613404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Q&amp;A</a:t>
            </a:r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セッションでまとめてお答えします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テキスト ボックス 237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6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フリーフォーム: 図形 2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フリーフォーム: 図形 2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フリーフォーム: 図形 2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テキスト ボックス 257"/>
          <p:cNvSpPr txBox="1"/>
          <p:nvPr/>
        </p:nvSpPr>
        <p:spPr>
          <a:xfrm>
            <a:off x="4002840" y="98748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セッション①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テキスト ボックス 258"/>
          <p:cNvSpPr txBox="1"/>
          <p:nvPr/>
        </p:nvSpPr>
        <p:spPr>
          <a:xfrm>
            <a:off x="868680" y="2199600"/>
            <a:ext cx="10445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- Hybrid Cloud /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テキスト ボックス 259"/>
          <p:cNvSpPr txBox="1"/>
          <p:nvPr/>
        </p:nvSpPr>
        <p:spPr>
          <a:xfrm>
            <a:off x="3972240" y="2942640"/>
            <a:ext cx="42667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Azure Local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編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テキスト ボックス 260"/>
          <p:cNvSpPr txBox="1"/>
          <p:nvPr/>
        </p:nvSpPr>
        <p:spPr>
          <a:xfrm>
            <a:off x="4196160" y="4046760"/>
            <a:ext cx="3657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スピーカー︓⾼添 修 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フリーフォーム: 図形 261"/>
          <p:cNvSpPr/>
          <p:nvPr/>
        </p:nvSpPr>
        <p:spPr>
          <a:xfrm>
            <a:off x="3990960" y="54194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フリーフォーム: 図形 262"/>
          <p:cNvSpPr/>
          <p:nvPr/>
        </p:nvSpPr>
        <p:spPr>
          <a:xfrm>
            <a:off x="3952800" y="538128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7"/>
                  <a:pt x="53" y="107"/>
                </a:cubicBezTo>
                <a:lnTo>
                  <a:pt x="265" y="107"/>
                </a:lnTo>
                <a:cubicBezTo>
                  <a:pt x="294" y="107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5"/>
                </a:lnTo>
                <a:cubicBezTo>
                  <a:pt x="367" y="225"/>
                  <a:pt x="365" y="192"/>
                  <a:pt x="384" y="170"/>
                </a:cubicBezTo>
                <a:cubicBezTo>
                  <a:pt x="403" y="148"/>
                  <a:pt x="437" y="146"/>
                  <a:pt x="459" y="165"/>
                </a:cubicBezTo>
                <a:lnTo>
                  <a:pt x="499" y="200"/>
                </a:lnTo>
                <a:cubicBezTo>
                  <a:pt x="521" y="219"/>
                  <a:pt x="523" y="253"/>
                  <a:pt x="504" y="275"/>
                </a:cubicBezTo>
                <a:cubicBezTo>
                  <a:pt x="484" y="296"/>
                  <a:pt x="451" y="299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フリーフォーム: 図形 263"/>
          <p:cNvSpPr/>
          <p:nvPr/>
        </p:nvSpPr>
        <p:spPr>
          <a:xfrm>
            <a:off x="3904920" y="54673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8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7"/>
                  <a:pt x="534" y="453"/>
                </a:cubicBezTo>
                <a:cubicBezTo>
                  <a:pt x="524" y="469"/>
                  <a:pt x="512" y="484"/>
                  <a:pt x="497" y="497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7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7"/>
                  <a:pt x="30" y="421"/>
                  <a:pt x="23" y="403"/>
                </a:cubicBezTo>
                <a:cubicBezTo>
                  <a:pt x="15" y="385"/>
                  <a:pt x="10" y="367"/>
                  <a:pt x="6" y="348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4"/>
                </a:cubicBezTo>
                <a:cubicBezTo>
                  <a:pt x="10" y="215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cubicBezTo>
                  <a:pt x="311" y="0"/>
                  <a:pt x="329" y="1"/>
                  <a:pt x="348" y="5"/>
                </a:cubicBezTo>
                <a:cubicBezTo>
                  <a:pt x="367" y="9"/>
                  <a:pt x="385" y="14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5"/>
                  <a:pt x="578" y="234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フリーフォーム: 図形 264"/>
          <p:cNvSpPr/>
          <p:nvPr/>
        </p:nvSpPr>
        <p:spPr>
          <a:xfrm>
            <a:off x="3876480" y="54385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7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7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1"/>
                  <a:pt x="210" y="81"/>
                  <a:pt x="370" y="81"/>
                </a:cubicBezTo>
                <a:cubicBezTo>
                  <a:pt x="531" y="81"/>
                  <a:pt x="661" y="211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フリーフォーム: 図形 265"/>
          <p:cNvSpPr/>
          <p:nvPr/>
        </p:nvSpPr>
        <p:spPr>
          <a:xfrm>
            <a:off x="3990960" y="55623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フリーフォーム: 図形 266"/>
          <p:cNvSpPr/>
          <p:nvPr/>
        </p:nvSpPr>
        <p:spPr>
          <a:xfrm>
            <a:off x="4000320" y="54766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6"/>
                </a:moveTo>
                <a:cubicBezTo>
                  <a:pt x="54" y="34"/>
                  <a:pt x="51" y="40"/>
                  <a:pt x="46" y="45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5"/>
                </a:cubicBezTo>
                <a:cubicBezTo>
                  <a:pt x="3" y="40"/>
                  <a:pt x="0" y="34"/>
                  <a:pt x="0" y="26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フリーフォーム: 図形 267"/>
          <p:cNvSpPr/>
          <p:nvPr/>
        </p:nvSpPr>
        <p:spPr>
          <a:xfrm>
            <a:off x="4000320" y="56480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フリーフォーム: 図形 268"/>
          <p:cNvSpPr/>
          <p:nvPr/>
        </p:nvSpPr>
        <p:spPr>
          <a:xfrm>
            <a:off x="3943080" y="55051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2" y="41"/>
                  <a:pt x="46" y="47"/>
                </a:cubicBezTo>
                <a:cubicBezTo>
                  <a:pt x="40" y="52"/>
                  <a:pt x="34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2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フリーフォーム: 図形 269"/>
          <p:cNvSpPr/>
          <p:nvPr/>
        </p:nvSpPr>
        <p:spPr>
          <a:xfrm>
            <a:off x="4057560" y="56196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3"/>
                  <a:pt x="7" y="8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フリーフォーム: 図形 270"/>
          <p:cNvSpPr/>
          <p:nvPr/>
        </p:nvSpPr>
        <p:spPr>
          <a:xfrm>
            <a:off x="3914640" y="55623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5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フリーフォーム: 図形 271"/>
          <p:cNvSpPr/>
          <p:nvPr/>
        </p:nvSpPr>
        <p:spPr>
          <a:xfrm>
            <a:off x="4057560" y="55051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4" y="54"/>
                  <a:pt x="26" y="54"/>
                </a:cubicBezTo>
                <a:cubicBezTo>
                  <a:pt x="19" y="54"/>
                  <a:pt x="13" y="52"/>
                  <a:pt x="7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フリーフォーム: 図形 272"/>
          <p:cNvSpPr/>
          <p:nvPr/>
        </p:nvSpPr>
        <p:spPr>
          <a:xfrm>
            <a:off x="3943080" y="5553000"/>
            <a:ext cx="86040" cy="86400"/>
          </a:xfrm>
          <a:custGeom>
            <a:avLst/>
            <a:gdLst/>
            <a:ahLst/>
            <a:cxnLst/>
            <a:rect l="0" t="0" r="r" b="b"/>
            <a:pathLst>
              <a:path w="239" h="240">
                <a:moveTo>
                  <a:pt x="8" y="232"/>
                </a:moveTo>
                <a:cubicBezTo>
                  <a:pt x="-2" y="222"/>
                  <a:pt x="-2" y="205"/>
                  <a:pt x="8" y="195"/>
                </a:cubicBezTo>
                <a:lnTo>
                  <a:pt x="194" y="8"/>
                </a:lnTo>
                <a:cubicBezTo>
                  <a:pt x="205" y="-2"/>
                  <a:pt x="221" y="-2"/>
                  <a:pt x="232" y="8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2"/>
                </a:lnTo>
                <a:cubicBezTo>
                  <a:pt x="40" y="237"/>
                  <a:pt x="33" y="240"/>
                  <a:pt x="27" y="240"/>
                </a:cubicBezTo>
                <a:cubicBezTo>
                  <a:pt x="20" y="240"/>
                  <a:pt x="13" y="237"/>
                  <a:pt x="8" y="232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テキスト ボックス 273"/>
          <p:cNvSpPr txBox="1"/>
          <p:nvPr/>
        </p:nvSpPr>
        <p:spPr>
          <a:xfrm>
            <a:off x="3789720" y="4503960"/>
            <a:ext cx="4458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⽇本マイクロソフト株式会社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テキスト ボックス 274"/>
          <p:cNvSpPr txBox="1"/>
          <p:nvPr/>
        </p:nvSpPr>
        <p:spPr>
          <a:xfrm>
            <a:off x="4203360" y="531360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14:05 - 14:35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テキスト ボックス 275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8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フリーフォーム: 図形 27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フリーフォーム: 図形 27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フリーフォーム: 図形 27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フリーフォーム: 図形 279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cxn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フリーフォーム: 図形 280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フリーフォーム: 図形 281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フリーフォーム: 図形 282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テキスト ボックス 283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フリーフォーム: 図形 284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テキスト ボックス 285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フリーフォーム: 図形 286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フリーフォーム: 図形 287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フリーフォーム: 図形 288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フリーフォーム: 図形 289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フリーフォーム: 図形 290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フリーフォーム: 図形 291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フリーフォーム: 図形 292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フリーフォーム: 図形 293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フリーフォーム: 図形 294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フリーフォーム: 図形 295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フリーフォーム: 図形 296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フリーフォーム: 図形 297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テキスト ボックス 298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テキスト ボックス 299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14:35 - 14:45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テキスト ボックス 300"/>
          <p:cNvSpPr txBox="1"/>
          <p:nvPr/>
        </p:nvSpPr>
        <p:spPr>
          <a:xfrm>
            <a:off x="11771640" y="6319440"/>
            <a:ext cx="27396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9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フリーフォーム: 図形 30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フリーフォーム: 図形 30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フリーフォーム: 図形 30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テキスト ボックス 304"/>
          <p:cNvSpPr txBox="1"/>
          <p:nvPr/>
        </p:nvSpPr>
        <p:spPr>
          <a:xfrm>
            <a:off x="4002840" y="135900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セッション②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テキスト ボックス 305"/>
          <p:cNvSpPr txBox="1"/>
          <p:nvPr/>
        </p:nvSpPr>
        <p:spPr>
          <a:xfrm>
            <a:off x="676440" y="2571120"/>
            <a:ext cx="11005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- Windows 365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編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テキスト ボックス 306"/>
          <p:cNvSpPr txBox="1"/>
          <p:nvPr/>
        </p:nvSpPr>
        <p:spPr>
          <a:xfrm>
            <a:off x="4018680" y="3675240"/>
            <a:ext cx="40003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スピーカー︓⽊村 嘉秀 ⽒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フリーフォーム: 図形 307"/>
          <p:cNvSpPr/>
          <p:nvPr/>
        </p:nvSpPr>
        <p:spPr>
          <a:xfrm>
            <a:off x="3990960" y="5047920"/>
            <a:ext cx="38160" cy="29520"/>
          </a:xfrm>
          <a:custGeom>
            <a:avLst/>
            <a:gdLst/>
            <a:ahLst/>
            <a:cxnLst/>
            <a:rect l="0" t="0" r="r" b="b"/>
            <a:pathLst>
              <a:path w="106" h="82">
                <a:moveTo>
                  <a:pt x="0" y="0"/>
                </a:moveTo>
                <a:lnTo>
                  <a:pt x="106" y="0"/>
                </a:lnTo>
                <a:lnTo>
                  <a:pt x="106" y="82"/>
                </a:lnTo>
                <a:lnTo>
                  <a:pt x="0" y="82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フリーフォーム: 図形 308"/>
          <p:cNvSpPr/>
          <p:nvPr/>
        </p:nvSpPr>
        <p:spPr>
          <a:xfrm>
            <a:off x="3952800" y="501012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3"/>
                  <a:pt x="0" y="52"/>
                </a:cubicBezTo>
                <a:cubicBezTo>
                  <a:pt x="0" y="82"/>
                  <a:pt x="24" y="105"/>
                  <a:pt x="53" y="105"/>
                </a:cubicBezTo>
                <a:lnTo>
                  <a:pt x="265" y="105"/>
                </a:lnTo>
                <a:cubicBezTo>
                  <a:pt x="294" y="105"/>
                  <a:pt x="318" y="82"/>
                  <a:pt x="318" y="52"/>
                </a:cubicBezTo>
                <a:cubicBezTo>
                  <a:pt x="318" y="23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0"/>
                  <a:pt x="384" y="168"/>
                </a:cubicBezTo>
                <a:cubicBezTo>
                  <a:pt x="403" y="146"/>
                  <a:pt x="437" y="144"/>
                  <a:pt x="459" y="163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フリーフォーム: 図形 309"/>
          <p:cNvSpPr/>
          <p:nvPr/>
        </p:nvSpPr>
        <p:spPr>
          <a:xfrm>
            <a:off x="3904920" y="509580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8"/>
                  <a:pt x="534" y="453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5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80"/>
                </a:cubicBezTo>
                <a:cubicBezTo>
                  <a:pt x="30" y="163"/>
                  <a:pt x="39" y="146"/>
                  <a:pt x="49" y="130"/>
                </a:cubicBezTo>
                <a:cubicBezTo>
                  <a:pt x="60" y="114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4"/>
                  <a:pt x="534" y="130"/>
                </a:cubicBezTo>
                <a:cubicBezTo>
                  <a:pt x="545" y="146"/>
                  <a:pt x="554" y="163"/>
                  <a:pt x="561" y="180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フリーフォーム: 図形 310"/>
          <p:cNvSpPr/>
          <p:nvPr/>
        </p:nvSpPr>
        <p:spPr>
          <a:xfrm>
            <a:off x="3876480" y="506700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フリーフォーム: 図形 311"/>
          <p:cNvSpPr/>
          <p:nvPr/>
        </p:nvSpPr>
        <p:spPr>
          <a:xfrm>
            <a:off x="3990960" y="519084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フリーフォーム: 図形 312"/>
          <p:cNvSpPr/>
          <p:nvPr/>
        </p:nvSpPr>
        <p:spPr>
          <a:xfrm>
            <a:off x="4000320" y="5105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0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0"/>
                  <a:pt x="0" y="34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フリーフォーム: 図形 313"/>
          <p:cNvSpPr/>
          <p:nvPr/>
        </p:nvSpPr>
        <p:spPr>
          <a:xfrm>
            <a:off x="4000320" y="52765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フリーフォーム: 図形 314"/>
          <p:cNvSpPr/>
          <p:nvPr/>
        </p:nvSpPr>
        <p:spPr>
          <a:xfrm>
            <a:off x="3943080" y="5133960"/>
            <a:ext cx="19440" cy="19080"/>
          </a:xfrm>
          <a:custGeom>
            <a:avLst/>
            <a:gdLst/>
            <a:ahLst/>
            <a:cxn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3"/>
                  <a:pt x="27" y="53"/>
                </a:cubicBezTo>
                <a:cubicBezTo>
                  <a:pt x="19" y="53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2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フリーフォーム: 図形 315"/>
          <p:cNvSpPr/>
          <p:nvPr/>
        </p:nvSpPr>
        <p:spPr>
          <a:xfrm>
            <a:off x="4057560" y="52480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フリーフォーム: 図形 316"/>
          <p:cNvSpPr/>
          <p:nvPr/>
        </p:nvSpPr>
        <p:spPr>
          <a:xfrm>
            <a:off x="3914640" y="5190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フリーフォーム: 図形 317"/>
          <p:cNvSpPr/>
          <p:nvPr/>
        </p:nvSpPr>
        <p:spPr>
          <a:xfrm>
            <a:off x="4057560" y="5133960"/>
            <a:ext cx="19440" cy="19080"/>
          </a:xfrm>
          <a:custGeom>
            <a:avLst/>
            <a:gdLst/>
            <a:ahLst/>
            <a:cxnLst/>
            <a:rect l="0" t="0" r="r" b="b"/>
            <a:pathLst>
              <a:path w="54" h="53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3"/>
                  <a:pt x="26" y="53"/>
                </a:cubicBezTo>
                <a:cubicBezTo>
                  <a:pt x="19" y="53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20"/>
                  <a:pt x="2" y="12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2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フリーフォーム: 図形 318"/>
          <p:cNvSpPr/>
          <p:nvPr/>
        </p:nvSpPr>
        <p:spPr>
          <a:xfrm>
            <a:off x="3943080" y="518148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9"/>
                </a:lnTo>
                <a:cubicBezTo>
                  <a:pt x="205" y="-3"/>
                  <a:pt x="221" y="-3"/>
                  <a:pt x="232" y="9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テキスト ボックス 319"/>
          <p:cNvSpPr txBox="1"/>
          <p:nvPr/>
        </p:nvSpPr>
        <p:spPr>
          <a:xfrm>
            <a:off x="3789720" y="4141800"/>
            <a:ext cx="44586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⽇本マイクロソフト株式会社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テキスト ボックス 320"/>
          <p:cNvSpPr txBox="1"/>
          <p:nvPr/>
        </p:nvSpPr>
        <p:spPr>
          <a:xfrm>
            <a:off x="4203360" y="494208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14:45 - 15:15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テキスト ボックス 321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フリーフォーム: 図形 32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フリーフォーム: 図形 32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フリーフォーム: 図形 32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フリーフォーム: 図形 325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cxn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フリーフォーム: 図形 326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フリーフォーム: 図形 327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フリーフォーム: 図形 328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テキスト ボックス 329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フリーフォーム: 図形 330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テキスト ボックス 331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フリーフォーム: 図形 332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フリーフォーム: 図形 333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フリーフォーム: 図形 334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フリーフォーム: 図形 335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フリーフォーム: 図形 336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フリーフォーム: 図形 337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フリーフォーム: 図形 338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フリーフォーム: 図形 339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フリーフォーム: 図形 340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フリーフォーム: 図形 341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フリーフォーム: 図形 342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フリーフォーム: 図形 343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テキスト ボックス 344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テキスト ボックス 345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15:15 - 15:25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テキスト ボックス 346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11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フリーフォーム: 図形 3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フリーフォーム: 図形 3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フリーフォーム: 図形 3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テキスト ボックス 350"/>
          <p:cNvSpPr txBox="1"/>
          <p:nvPr/>
        </p:nvSpPr>
        <p:spPr>
          <a:xfrm>
            <a:off x="4002840" y="75888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セッション③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テキスト ボックス 351"/>
          <p:cNvSpPr txBox="1"/>
          <p:nvPr/>
        </p:nvSpPr>
        <p:spPr>
          <a:xfrm>
            <a:off x="1071000" y="1971000"/>
            <a:ext cx="104407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Ignite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注⽬ポイント 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- 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全体サマリー </a:t>
            </a:r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&amp;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テキスト ボックス 352"/>
          <p:cNvSpPr txBox="1"/>
          <p:nvPr/>
        </p:nvSpPr>
        <p:spPr>
          <a:xfrm>
            <a:off x="3779640" y="2714040"/>
            <a:ext cx="46911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AI</a:t>
            </a:r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エージェント編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テキスト ボックス 353"/>
          <p:cNvSpPr txBox="1"/>
          <p:nvPr/>
        </p:nvSpPr>
        <p:spPr>
          <a:xfrm>
            <a:off x="4259160" y="3818160"/>
            <a:ext cx="354348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スピーカー︓胡⽥ 昌彦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テキスト ボックス 354"/>
          <p:cNvSpPr txBox="1"/>
          <p:nvPr/>
        </p:nvSpPr>
        <p:spPr>
          <a:xfrm>
            <a:off x="3435120" y="4275360"/>
            <a:ext cx="51444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⽇本ビジネスシステムズ株式会社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フリーフォーム: 図形 355"/>
          <p:cNvSpPr/>
          <p:nvPr/>
        </p:nvSpPr>
        <p:spPr>
          <a:xfrm>
            <a:off x="3990960" y="56480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フリーフォーム: 図形 356"/>
          <p:cNvSpPr/>
          <p:nvPr/>
        </p:nvSpPr>
        <p:spPr>
          <a:xfrm>
            <a:off x="3952800" y="560988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3"/>
                </a:cubicBezTo>
                <a:cubicBezTo>
                  <a:pt x="0" y="82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2"/>
                  <a:pt x="318" y="53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4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9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フリーフォーム: 図形 357"/>
          <p:cNvSpPr/>
          <p:nvPr/>
        </p:nvSpPr>
        <p:spPr>
          <a:xfrm>
            <a:off x="3904920" y="56959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8"/>
                </a:cubicBezTo>
                <a:cubicBezTo>
                  <a:pt x="574" y="367"/>
                  <a:pt x="569" y="385"/>
                  <a:pt x="561" y="403"/>
                </a:cubicBezTo>
                <a:cubicBezTo>
                  <a:pt x="554" y="421"/>
                  <a:pt x="545" y="437"/>
                  <a:pt x="534" y="453"/>
                </a:cubicBezTo>
                <a:cubicBezTo>
                  <a:pt x="524" y="469"/>
                  <a:pt x="512" y="484"/>
                  <a:pt x="497" y="497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3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3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7"/>
                </a:cubicBezTo>
                <a:cubicBezTo>
                  <a:pt x="72" y="484"/>
                  <a:pt x="60" y="469"/>
                  <a:pt x="49" y="453"/>
                </a:cubicBezTo>
                <a:cubicBezTo>
                  <a:pt x="39" y="437"/>
                  <a:pt x="30" y="421"/>
                  <a:pt x="23" y="403"/>
                </a:cubicBezTo>
                <a:cubicBezTo>
                  <a:pt x="15" y="385"/>
                  <a:pt x="10" y="367"/>
                  <a:pt x="6" y="348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8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8"/>
                  <a:pt x="86" y="85"/>
                </a:cubicBezTo>
                <a:cubicBezTo>
                  <a:pt x="99" y="71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4"/>
                  <a:pt x="216" y="9"/>
                  <a:pt x="235" y="5"/>
                </a:cubicBezTo>
                <a:cubicBezTo>
                  <a:pt x="253" y="1"/>
                  <a:pt x="272" y="0"/>
                  <a:pt x="291" y="0"/>
                </a:cubicBezTo>
                <a:cubicBezTo>
                  <a:pt x="311" y="0"/>
                  <a:pt x="329" y="1"/>
                  <a:pt x="348" y="5"/>
                </a:cubicBezTo>
                <a:cubicBezTo>
                  <a:pt x="367" y="9"/>
                  <a:pt x="385" y="14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1"/>
                  <a:pt x="497" y="85"/>
                </a:cubicBezTo>
                <a:cubicBezTo>
                  <a:pt x="512" y="98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8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フリーフォーム: 図形 358"/>
          <p:cNvSpPr/>
          <p:nvPr/>
        </p:nvSpPr>
        <p:spPr>
          <a:xfrm>
            <a:off x="3876480" y="56671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1"/>
                  <a:pt x="210" y="80"/>
                  <a:pt x="370" y="80"/>
                </a:cubicBezTo>
                <a:cubicBezTo>
                  <a:pt x="531" y="80"/>
                  <a:pt x="661" y="211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フリーフォーム: 図形 359"/>
          <p:cNvSpPr/>
          <p:nvPr/>
        </p:nvSpPr>
        <p:spPr>
          <a:xfrm>
            <a:off x="3990960" y="57909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3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3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フリーフォーム: 図形 360"/>
          <p:cNvSpPr/>
          <p:nvPr/>
        </p:nvSpPr>
        <p:spPr>
          <a:xfrm>
            <a:off x="4000320" y="5705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6"/>
                </a:moveTo>
                <a:cubicBezTo>
                  <a:pt x="54" y="34"/>
                  <a:pt x="51" y="41"/>
                  <a:pt x="46" y="46"/>
                </a:cubicBezTo>
                <a:cubicBezTo>
                  <a:pt x="40" y="51"/>
                  <a:pt x="34" y="54"/>
                  <a:pt x="26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6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6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フリーフォーム: 図形 361"/>
          <p:cNvSpPr/>
          <p:nvPr/>
        </p:nvSpPr>
        <p:spPr>
          <a:xfrm>
            <a:off x="4000320" y="58766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7"/>
                </a:cubicBez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フリーフォーム: 図形 362"/>
          <p:cNvSpPr/>
          <p:nvPr/>
        </p:nvSpPr>
        <p:spPr>
          <a:xfrm>
            <a:off x="3943080" y="57337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2" y="41"/>
                  <a:pt x="46" y="47"/>
                </a:cubicBezTo>
                <a:cubicBezTo>
                  <a:pt x="40" y="52"/>
                  <a:pt x="34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1"/>
                  <a:pt x="3" y="14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2" y="14"/>
                  <a:pt x="54" y="21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フリーフォーム: 図形 363"/>
          <p:cNvSpPr/>
          <p:nvPr/>
        </p:nvSpPr>
        <p:spPr>
          <a:xfrm>
            <a:off x="4057560" y="58482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7"/>
                </a:cubicBezTo>
                <a:cubicBezTo>
                  <a:pt x="0" y="20"/>
                  <a:pt x="2" y="14"/>
                  <a:pt x="7" y="9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9"/>
                </a:cubicBezTo>
                <a:cubicBezTo>
                  <a:pt x="51" y="14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フリーフォーム: 図形 364"/>
          <p:cNvSpPr/>
          <p:nvPr/>
        </p:nvSpPr>
        <p:spPr>
          <a:xfrm>
            <a:off x="3914640" y="57909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5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4"/>
                  <a:pt x="8" y="9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フリーフォーム: 図形 365"/>
          <p:cNvSpPr/>
          <p:nvPr/>
        </p:nvSpPr>
        <p:spPr>
          <a:xfrm>
            <a:off x="4057560" y="573372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4" y="54"/>
                  <a:pt x="26" y="54"/>
                </a:cubicBezTo>
                <a:cubicBezTo>
                  <a:pt x="19" y="54"/>
                  <a:pt x="13" y="52"/>
                  <a:pt x="7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1"/>
                  <a:pt x="2" y="14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4"/>
                  <a:pt x="54" y="21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フリーフォーム: 図形 366"/>
          <p:cNvSpPr/>
          <p:nvPr/>
        </p:nvSpPr>
        <p:spPr>
          <a:xfrm>
            <a:off x="3943080" y="57816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4"/>
                  <a:pt x="8" y="194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9"/>
                  <a:pt x="242" y="36"/>
                  <a:pt x="232" y="46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テキスト ボックス 367"/>
          <p:cNvSpPr txBox="1"/>
          <p:nvPr/>
        </p:nvSpPr>
        <p:spPr>
          <a:xfrm>
            <a:off x="4840200" y="4741920"/>
            <a:ext cx="23508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666666"/>
                </a:solidFill>
                <a:effectLst/>
                <a:uFillTx/>
                <a:latin typeface="Meiryo"/>
                <a:ea typeface="Meiryo"/>
              </a:rPr>
              <a:t>Microsoft MVP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テキスト ボックス 368"/>
          <p:cNvSpPr txBox="1"/>
          <p:nvPr/>
        </p:nvSpPr>
        <p:spPr>
          <a:xfrm>
            <a:off x="4203360" y="554220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15:25 - 15:55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30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テキスト ボックス 369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12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フリーフォーム: 図形 37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フリーフォーム: 図形 37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フリーフォーム: 図形 37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フリーフォーム: 図形 373"/>
          <p:cNvSpPr/>
          <p:nvPr/>
        </p:nvSpPr>
        <p:spPr>
          <a:xfrm>
            <a:off x="2933640" y="2919960"/>
            <a:ext cx="552600" cy="513360"/>
          </a:xfrm>
          <a:custGeom>
            <a:avLst/>
            <a:gdLst/>
            <a:ahLst/>
            <a:cxnLst/>
            <a:rect l="0" t="0" r="r" b="b"/>
            <a:pathLst>
              <a:path w="1535" h="1426">
                <a:moveTo>
                  <a:pt x="768" y="0"/>
                </a:moveTo>
                <a:cubicBezTo>
                  <a:pt x="344" y="0"/>
                  <a:pt x="0" y="263"/>
                  <a:pt x="0" y="587"/>
                </a:cubicBezTo>
                <a:cubicBezTo>
                  <a:pt x="0" y="770"/>
                  <a:pt x="109" y="933"/>
                  <a:pt x="281" y="1041"/>
                </a:cubicBezTo>
                <a:cubicBezTo>
                  <a:pt x="259" y="1137"/>
                  <a:pt x="207" y="1282"/>
                  <a:pt x="85" y="1426"/>
                </a:cubicBezTo>
                <a:cubicBezTo>
                  <a:pt x="331" y="1385"/>
                  <a:pt x="488" y="1268"/>
                  <a:pt x="585" y="1157"/>
                </a:cubicBezTo>
                <a:cubicBezTo>
                  <a:pt x="644" y="1168"/>
                  <a:pt x="705" y="1174"/>
                  <a:pt x="768" y="1174"/>
                </a:cubicBezTo>
                <a:cubicBezTo>
                  <a:pt x="1192" y="1174"/>
                  <a:pt x="1535" y="911"/>
                  <a:pt x="1535" y="587"/>
                </a:cubicBezTo>
                <a:cubicBezTo>
                  <a:pt x="1535" y="263"/>
                  <a:pt x="1192" y="0"/>
                  <a:pt x="768" y="0"/>
                </a:cubicBezTo>
                <a:close/>
              </a:path>
            </a:pathLst>
          </a:custGeom>
          <a:solidFill>
            <a:srgbClr val="BDDD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フリーフォーム: 図形 374"/>
          <p:cNvSpPr/>
          <p:nvPr/>
        </p:nvSpPr>
        <p:spPr>
          <a:xfrm>
            <a:off x="317916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フリーフォーム: 図形 375"/>
          <p:cNvSpPr/>
          <p:nvPr/>
        </p:nvSpPr>
        <p:spPr>
          <a:xfrm>
            <a:off x="330192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フリーフォーム: 図形 376"/>
          <p:cNvSpPr/>
          <p:nvPr/>
        </p:nvSpPr>
        <p:spPr>
          <a:xfrm>
            <a:off x="3056400" y="3101040"/>
            <a:ext cx="61560" cy="60480"/>
          </a:xfrm>
          <a:custGeom>
            <a:avLst/>
            <a:gdLst/>
            <a:ahLst/>
            <a:cxnLst/>
            <a:rect l="0" t="0" r="r" b="b"/>
            <a:pathLst>
              <a:path w="171" h="168">
                <a:moveTo>
                  <a:pt x="171" y="84"/>
                </a:moveTo>
                <a:cubicBezTo>
                  <a:pt x="171" y="95"/>
                  <a:pt x="169" y="105"/>
                  <a:pt x="165" y="116"/>
                </a:cubicBezTo>
                <a:cubicBezTo>
                  <a:pt x="160" y="126"/>
                  <a:pt x="154" y="135"/>
                  <a:pt x="146" y="143"/>
                </a:cubicBezTo>
                <a:cubicBezTo>
                  <a:pt x="138" y="151"/>
                  <a:pt x="129" y="158"/>
                  <a:pt x="119" y="162"/>
                </a:cubicBezTo>
                <a:cubicBezTo>
                  <a:pt x="108" y="166"/>
                  <a:pt x="97" y="168"/>
                  <a:pt x="85" y="168"/>
                </a:cubicBezTo>
                <a:cubicBezTo>
                  <a:pt x="74" y="168"/>
                  <a:pt x="63" y="166"/>
                  <a:pt x="52" y="162"/>
                </a:cubicBezTo>
                <a:cubicBezTo>
                  <a:pt x="42" y="158"/>
                  <a:pt x="33" y="151"/>
                  <a:pt x="25" y="143"/>
                </a:cubicBezTo>
                <a:cubicBezTo>
                  <a:pt x="17" y="135"/>
                  <a:pt x="11" y="126"/>
                  <a:pt x="6" y="116"/>
                </a:cubicBezTo>
                <a:cubicBezTo>
                  <a:pt x="2" y="105"/>
                  <a:pt x="0" y="95"/>
                  <a:pt x="0" y="84"/>
                </a:cubicBezTo>
                <a:cubicBezTo>
                  <a:pt x="0" y="73"/>
                  <a:pt x="2" y="62"/>
                  <a:pt x="6" y="52"/>
                </a:cubicBezTo>
                <a:cubicBezTo>
                  <a:pt x="11" y="41"/>
                  <a:pt x="17" y="32"/>
                  <a:pt x="25" y="24"/>
                </a:cubicBezTo>
                <a:cubicBezTo>
                  <a:pt x="33" y="17"/>
                  <a:pt x="42" y="11"/>
                  <a:pt x="52" y="6"/>
                </a:cubicBezTo>
                <a:cubicBezTo>
                  <a:pt x="63" y="2"/>
                  <a:pt x="74" y="0"/>
                  <a:pt x="85" y="0"/>
                </a:cubicBezTo>
                <a:cubicBezTo>
                  <a:pt x="97" y="0"/>
                  <a:pt x="108" y="2"/>
                  <a:pt x="119" y="6"/>
                </a:cubicBezTo>
                <a:cubicBezTo>
                  <a:pt x="129" y="11"/>
                  <a:pt x="138" y="17"/>
                  <a:pt x="146" y="24"/>
                </a:cubicBezTo>
                <a:cubicBezTo>
                  <a:pt x="154" y="32"/>
                  <a:pt x="160" y="41"/>
                  <a:pt x="165" y="52"/>
                </a:cubicBezTo>
                <a:cubicBezTo>
                  <a:pt x="169" y="62"/>
                  <a:pt x="171" y="73"/>
                  <a:pt x="171" y="84"/>
                </a:cubicBezTo>
                <a:close/>
              </a:path>
            </a:pathLst>
          </a:custGeom>
          <a:solidFill>
            <a:srgbClr val="2A679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テキスト ボックス 377"/>
          <p:cNvSpPr txBox="1"/>
          <p:nvPr/>
        </p:nvSpPr>
        <p:spPr>
          <a:xfrm>
            <a:off x="3507840" y="1606680"/>
            <a:ext cx="52603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Q&amp;A</a:t>
            </a:r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セッション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フリーフォーム: 図形 378"/>
          <p:cNvSpPr/>
          <p:nvPr/>
        </p:nvSpPr>
        <p:spPr>
          <a:xfrm>
            <a:off x="752400" y="4086000"/>
            <a:ext cx="114480" cy="114840"/>
          </a:xfrm>
          <a:custGeom>
            <a:avLst/>
            <a:gdLst/>
            <a:ahLst/>
            <a:cxnLst/>
            <a:rect l="0" t="0" r="r" b="b"/>
            <a:pathLst>
              <a:path w="318" h="319">
                <a:moveTo>
                  <a:pt x="318" y="159"/>
                </a:moveTo>
                <a:cubicBezTo>
                  <a:pt x="318" y="169"/>
                  <a:pt x="317" y="180"/>
                  <a:pt x="315" y="190"/>
                </a:cubicBezTo>
                <a:cubicBezTo>
                  <a:pt x="313" y="200"/>
                  <a:pt x="310" y="210"/>
                  <a:pt x="306" y="220"/>
                </a:cubicBezTo>
                <a:cubicBezTo>
                  <a:pt x="302" y="230"/>
                  <a:pt x="297" y="239"/>
                  <a:pt x="291" y="248"/>
                </a:cubicBezTo>
                <a:cubicBezTo>
                  <a:pt x="285" y="257"/>
                  <a:pt x="278" y="265"/>
                  <a:pt x="271" y="272"/>
                </a:cubicBezTo>
                <a:cubicBezTo>
                  <a:pt x="263" y="279"/>
                  <a:pt x="255" y="286"/>
                  <a:pt x="247" y="292"/>
                </a:cubicBezTo>
                <a:cubicBezTo>
                  <a:pt x="238" y="298"/>
                  <a:pt x="229" y="303"/>
                  <a:pt x="219" y="307"/>
                </a:cubicBezTo>
                <a:cubicBezTo>
                  <a:pt x="210" y="311"/>
                  <a:pt x="200" y="314"/>
                  <a:pt x="189" y="316"/>
                </a:cubicBezTo>
                <a:cubicBezTo>
                  <a:pt x="179" y="318"/>
                  <a:pt x="169" y="319"/>
                  <a:pt x="158" y="319"/>
                </a:cubicBezTo>
                <a:cubicBezTo>
                  <a:pt x="148" y="319"/>
                  <a:pt x="138" y="318"/>
                  <a:pt x="127" y="316"/>
                </a:cubicBezTo>
                <a:cubicBezTo>
                  <a:pt x="117" y="314"/>
                  <a:pt x="107" y="311"/>
                  <a:pt x="98" y="307"/>
                </a:cubicBezTo>
                <a:cubicBezTo>
                  <a:pt x="88" y="303"/>
                  <a:pt x="79" y="298"/>
                  <a:pt x="70" y="292"/>
                </a:cubicBezTo>
                <a:cubicBezTo>
                  <a:pt x="62" y="286"/>
                  <a:pt x="54" y="279"/>
                  <a:pt x="46" y="272"/>
                </a:cubicBezTo>
                <a:cubicBezTo>
                  <a:pt x="39" y="265"/>
                  <a:pt x="32" y="257"/>
                  <a:pt x="26" y="248"/>
                </a:cubicBezTo>
                <a:cubicBezTo>
                  <a:pt x="21" y="239"/>
                  <a:pt x="16" y="230"/>
                  <a:pt x="12" y="220"/>
                </a:cubicBezTo>
                <a:cubicBezTo>
                  <a:pt x="8" y="210"/>
                  <a:pt x="5" y="200"/>
                  <a:pt x="3" y="190"/>
                </a:cubicBezTo>
                <a:cubicBezTo>
                  <a:pt x="1" y="180"/>
                  <a:pt x="0" y="169"/>
                  <a:pt x="0" y="159"/>
                </a:cubicBez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8"/>
                  <a:pt x="21" y="79"/>
                  <a:pt x="26" y="71"/>
                </a:cubicBezTo>
                <a:cubicBezTo>
                  <a:pt x="32" y="62"/>
                  <a:pt x="39" y="54"/>
                  <a:pt x="46" y="47"/>
                </a:cubicBezTo>
                <a:cubicBezTo>
                  <a:pt x="54" y="39"/>
                  <a:pt x="62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cubicBezTo>
                  <a:pt x="169" y="0"/>
                  <a:pt x="179" y="1"/>
                  <a:pt x="189" y="3"/>
                </a:cubicBezTo>
                <a:cubicBezTo>
                  <a:pt x="200" y="5"/>
                  <a:pt x="210" y="8"/>
                  <a:pt x="219" y="12"/>
                </a:cubicBezTo>
                <a:cubicBezTo>
                  <a:pt x="229" y="16"/>
                  <a:pt x="238" y="21"/>
                  <a:pt x="247" y="27"/>
                </a:cubicBezTo>
                <a:cubicBezTo>
                  <a:pt x="255" y="33"/>
                  <a:pt x="263" y="39"/>
                  <a:pt x="271" y="47"/>
                </a:cubicBezTo>
                <a:cubicBezTo>
                  <a:pt x="278" y="54"/>
                  <a:pt x="285" y="62"/>
                  <a:pt x="291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8"/>
                  <a:pt x="318" y="148"/>
                  <a:pt x="318" y="159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テキスト ボックス 379"/>
          <p:cNvSpPr txBox="1"/>
          <p:nvPr/>
        </p:nvSpPr>
        <p:spPr>
          <a:xfrm>
            <a:off x="3511440" y="2818800"/>
            <a:ext cx="566928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質問にお答えします︕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フリーフォーム: 図形 380"/>
          <p:cNvSpPr/>
          <p:nvPr/>
        </p:nvSpPr>
        <p:spPr>
          <a:xfrm>
            <a:off x="3990960" y="4800240"/>
            <a:ext cx="38160" cy="29160"/>
          </a:xfrm>
          <a:custGeom>
            <a:avLst/>
            <a:gdLst/>
            <a:ahLst/>
            <a:cxnLst/>
            <a:rect l="0" t="0" r="r" b="b"/>
            <a:pathLst>
              <a:path w="106" h="81">
                <a:moveTo>
                  <a:pt x="0" y="0"/>
                </a:moveTo>
                <a:lnTo>
                  <a:pt x="106" y="0"/>
                </a:lnTo>
                <a:lnTo>
                  <a:pt x="106" y="81"/>
                </a:lnTo>
                <a:lnTo>
                  <a:pt x="0" y="81"/>
                </a:lnTo>
                <a:lnTo>
                  <a:pt x="0" y="0"/>
                </a:ln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フリーフォーム: 図形 381"/>
          <p:cNvSpPr/>
          <p:nvPr/>
        </p:nvSpPr>
        <p:spPr>
          <a:xfrm>
            <a:off x="3952800" y="4762440"/>
            <a:ext cx="186120" cy="105120"/>
          </a:xfrm>
          <a:custGeom>
            <a:avLst/>
            <a:gdLst/>
            <a:ahLst/>
            <a:cxnLst/>
            <a:rect l="0" t="0" r="r" b="b"/>
            <a:pathLst>
              <a:path w="517" h="292">
                <a:moveTo>
                  <a:pt x="265" y="0"/>
                </a:moveTo>
                <a:lnTo>
                  <a:pt x="53" y="0"/>
                </a:lnTo>
                <a:cubicBezTo>
                  <a:pt x="24" y="0"/>
                  <a:pt x="0" y="24"/>
                  <a:pt x="0" y="54"/>
                </a:cubicBezTo>
                <a:cubicBezTo>
                  <a:pt x="0" y="83"/>
                  <a:pt x="24" y="106"/>
                  <a:pt x="53" y="106"/>
                </a:cubicBezTo>
                <a:lnTo>
                  <a:pt x="265" y="106"/>
                </a:lnTo>
                <a:cubicBezTo>
                  <a:pt x="294" y="106"/>
                  <a:pt x="318" y="83"/>
                  <a:pt x="318" y="54"/>
                </a:cubicBezTo>
                <a:cubicBezTo>
                  <a:pt x="318" y="24"/>
                  <a:pt x="294" y="0"/>
                  <a:pt x="265" y="0"/>
                </a:cubicBezTo>
                <a:moveTo>
                  <a:pt x="429" y="279"/>
                </a:moveTo>
                <a:lnTo>
                  <a:pt x="389" y="244"/>
                </a:lnTo>
                <a:cubicBezTo>
                  <a:pt x="367" y="225"/>
                  <a:pt x="365" y="191"/>
                  <a:pt x="384" y="169"/>
                </a:cubicBezTo>
                <a:cubicBezTo>
                  <a:pt x="403" y="147"/>
                  <a:pt x="437" y="145"/>
                  <a:pt x="459" y="164"/>
                </a:cubicBezTo>
                <a:lnTo>
                  <a:pt x="499" y="199"/>
                </a:lnTo>
                <a:cubicBezTo>
                  <a:pt x="521" y="218"/>
                  <a:pt x="523" y="252"/>
                  <a:pt x="504" y="274"/>
                </a:cubicBezTo>
                <a:cubicBezTo>
                  <a:pt x="484" y="296"/>
                  <a:pt x="451" y="298"/>
                  <a:pt x="429" y="279"/>
                </a:cubicBezTo>
                <a:close/>
              </a:path>
            </a:pathLst>
          </a:custGeom>
          <a:solidFill>
            <a:srgbClr val="8899A6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フリーフォーム: 図形 382"/>
          <p:cNvSpPr/>
          <p:nvPr/>
        </p:nvSpPr>
        <p:spPr>
          <a:xfrm>
            <a:off x="3904920" y="4848120"/>
            <a:ext cx="209880" cy="209880"/>
          </a:xfrm>
          <a:custGeom>
            <a:avLst/>
            <a:gdLst/>
            <a:ahLst/>
            <a:cxnLst/>
            <a:rect l="0" t="0" r="r" b="b"/>
            <a:pathLst>
              <a:path w="583" h="583">
                <a:moveTo>
                  <a:pt x="583" y="292"/>
                </a:moveTo>
                <a:cubicBezTo>
                  <a:pt x="583" y="311"/>
                  <a:pt x="582" y="330"/>
                  <a:pt x="578" y="349"/>
                </a:cubicBezTo>
                <a:cubicBezTo>
                  <a:pt x="574" y="367"/>
                  <a:pt x="569" y="386"/>
                  <a:pt x="561" y="403"/>
                </a:cubicBezTo>
                <a:cubicBezTo>
                  <a:pt x="554" y="421"/>
                  <a:pt x="545" y="438"/>
                  <a:pt x="534" y="454"/>
                </a:cubicBezTo>
                <a:cubicBezTo>
                  <a:pt x="524" y="469"/>
                  <a:pt x="512" y="484"/>
                  <a:pt x="497" y="498"/>
                </a:cubicBezTo>
                <a:cubicBezTo>
                  <a:pt x="484" y="511"/>
                  <a:pt x="469" y="523"/>
                  <a:pt x="453" y="534"/>
                </a:cubicBezTo>
                <a:cubicBezTo>
                  <a:pt x="437" y="544"/>
                  <a:pt x="420" y="553"/>
                  <a:pt x="403" y="561"/>
                </a:cubicBezTo>
                <a:cubicBezTo>
                  <a:pt x="385" y="568"/>
                  <a:pt x="367" y="574"/>
                  <a:pt x="348" y="577"/>
                </a:cubicBezTo>
                <a:cubicBezTo>
                  <a:pt x="329" y="581"/>
                  <a:pt x="311" y="583"/>
                  <a:pt x="291" y="583"/>
                </a:cubicBezTo>
                <a:cubicBezTo>
                  <a:pt x="272" y="583"/>
                  <a:pt x="253" y="581"/>
                  <a:pt x="235" y="577"/>
                </a:cubicBezTo>
                <a:cubicBezTo>
                  <a:pt x="216" y="574"/>
                  <a:pt x="198" y="568"/>
                  <a:pt x="180" y="561"/>
                </a:cubicBezTo>
                <a:cubicBezTo>
                  <a:pt x="162" y="553"/>
                  <a:pt x="146" y="544"/>
                  <a:pt x="130" y="534"/>
                </a:cubicBezTo>
                <a:cubicBezTo>
                  <a:pt x="114" y="523"/>
                  <a:pt x="99" y="511"/>
                  <a:pt x="86" y="498"/>
                </a:cubicBezTo>
                <a:cubicBezTo>
                  <a:pt x="72" y="484"/>
                  <a:pt x="60" y="469"/>
                  <a:pt x="49" y="454"/>
                </a:cubicBezTo>
                <a:cubicBezTo>
                  <a:pt x="39" y="438"/>
                  <a:pt x="30" y="421"/>
                  <a:pt x="23" y="403"/>
                </a:cubicBezTo>
                <a:cubicBezTo>
                  <a:pt x="15" y="386"/>
                  <a:pt x="10" y="367"/>
                  <a:pt x="6" y="349"/>
                </a:cubicBezTo>
                <a:cubicBezTo>
                  <a:pt x="2" y="330"/>
                  <a:pt x="0" y="311"/>
                  <a:pt x="0" y="292"/>
                </a:cubicBezTo>
                <a:cubicBezTo>
                  <a:pt x="0" y="273"/>
                  <a:pt x="2" y="254"/>
                  <a:pt x="6" y="235"/>
                </a:cubicBezTo>
                <a:cubicBezTo>
                  <a:pt x="10" y="216"/>
                  <a:pt x="15" y="197"/>
                  <a:pt x="23" y="179"/>
                </a:cubicBezTo>
                <a:cubicBezTo>
                  <a:pt x="30" y="162"/>
                  <a:pt x="39" y="145"/>
                  <a:pt x="49" y="129"/>
                </a:cubicBezTo>
                <a:cubicBezTo>
                  <a:pt x="60" y="113"/>
                  <a:pt x="72" y="99"/>
                  <a:pt x="86" y="85"/>
                </a:cubicBezTo>
                <a:cubicBezTo>
                  <a:pt x="99" y="72"/>
                  <a:pt x="114" y="59"/>
                  <a:pt x="130" y="49"/>
                </a:cubicBezTo>
                <a:cubicBezTo>
                  <a:pt x="146" y="38"/>
                  <a:pt x="162" y="29"/>
                  <a:pt x="180" y="22"/>
                </a:cubicBezTo>
                <a:cubicBezTo>
                  <a:pt x="198" y="15"/>
                  <a:pt x="216" y="9"/>
                  <a:pt x="235" y="5"/>
                </a:cubicBezTo>
                <a:cubicBezTo>
                  <a:pt x="253" y="2"/>
                  <a:pt x="272" y="0"/>
                  <a:pt x="291" y="0"/>
                </a:cubicBezTo>
                <a:cubicBezTo>
                  <a:pt x="311" y="0"/>
                  <a:pt x="329" y="2"/>
                  <a:pt x="348" y="5"/>
                </a:cubicBezTo>
                <a:cubicBezTo>
                  <a:pt x="367" y="9"/>
                  <a:pt x="385" y="15"/>
                  <a:pt x="403" y="22"/>
                </a:cubicBezTo>
                <a:cubicBezTo>
                  <a:pt x="420" y="29"/>
                  <a:pt x="437" y="38"/>
                  <a:pt x="453" y="49"/>
                </a:cubicBezTo>
                <a:cubicBezTo>
                  <a:pt x="469" y="59"/>
                  <a:pt x="484" y="72"/>
                  <a:pt x="497" y="85"/>
                </a:cubicBezTo>
                <a:cubicBezTo>
                  <a:pt x="512" y="99"/>
                  <a:pt x="524" y="113"/>
                  <a:pt x="534" y="129"/>
                </a:cubicBezTo>
                <a:cubicBezTo>
                  <a:pt x="545" y="145"/>
                  <a:pt x="554" y="162"/>
                  <a:pt x="561" y="179"/>
                </a:cubicBezTo>
                <a:cubicBezTo>
                  <a:pt x="569" y="197"/>
                  <a:pt x="574" y="216"/>
                  <a:pt x="578" y="235"/>
                </a:cubicBezTo>
                <a:cubicBezTo>
                  <a:pt x="582" y="254"/>
                  <a:pt x="583" y="273"/>
                  <a:pt x="583" y="292"/>
                </a:cubicBez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フリーフォーム: 図形 383"/>
          <p:cNvSpPr/>
          <p:nvPr/>
        </p:nvSpPr>
        <p:spPr>
          <a:xfrm>
            <a:off x="3876480" y="4819320"/>
            <a:ext cx="267120" cy="267120"/>
          </a:xfrm>
          <a:custGeom>
            <a:avLst/>
            <a:gdLst/>
            <a:ahLst/>
            <a:cxnLst/>
            <a:rect l="0" t="0" r="r" b="b"/>
            <a:pathLst>
              <a:path w="742" h="742">
                <a:moveTo>
                  <a:pt x="370" y="0"/>
                </a:moveTo>
                <a:cubicBezTo>
                  <a:pt x="166" y="0"/>
                  <a:pt x="0" y="166"/>
                  <a:pt x="0" y="372"/>
                </a:cubicBezTo>
                <a:cubicBezTo>
                  <a:pt x="0" y="576"/>
                  <a:pt x="166" y="742"/>
                  <a:pt x="370" y="742"/>
                </a:cubicBezTo>
                <a:cubicBezTo>
                  <a:pt x="575" y="742"/>
                  <a:pt x="742" y="576"/>
                  <a:pt x="742" y="372"/>
                </a:cubicBezTo>
                <a:cubicBezTo>
                  <a:pt x="742" y="166"/>
                  <a:pt x="575" y="0"/>
                  <a:pt x="370" y="0"/>
                </a:cubicBezTo>
                <a:moveTo>
                  <a:pt x="370" y="663"/>
                </a:moveTo>
                <a:cubicBezTo>
                  <a:pt x="210" y="663"/>
                  <a:pt x="79" y="532"/>
                  <a:pt x="79" y="372"/>
                </a:cubicBezTo>
                <a:cubicBezTo>
                  <a:pt x="79" y="210"/>
                  <a:pt x="210" y="80"/>
                  <a:pt x="370" y="80"/>
                </a:cubicBezTo>
                <a:cubicBezTo>
                  <a:pt x="531" y="80"/>
                  <a:pt x="661" y="210"/>
                  <a:pt x="661" y="372"/>
                </a:cubicBezTo>
                <a:cubicBezTo>
                  <a:pt x="661" y="532"/>
                  <a:pt x="531" y="663"/>
                  <a:pt x="370" y="663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フリーフォーム: 図形 384"/>
          <p:cNvSpPr/>
          <p:nvPr/>
        </p:nvSpPr>
        <p:spPr>
          <a:xfrm>
            <a:off x="3990960" y="4943160"/>
            <a:ext cx="114480" cy="19440"/>
          </a:xfrm>
          <a:custGeom>
            <a:avLst/>
            <a:gdLst/>
            <a:ahLst/>
            <a:cxnLst/>
            <a:rect l="0" t="0" r="r" b="b"/>
            <a:pathLst>
              <a:path w="318" h="54">
                <a:moveTo>
                  <a:pt x="292" y="54"/>
                </a:moveTo>
                <a:lnTo>
                  <a:pt x="26" y="54"/>
                </a:lnTo>
                <a:cubicBezTo>
                  <a:pt x="11" y="54"/>
                  <a:pt x="0" y="42"/>
                  <a:pt x="0" y="28"/>
                </a:cubicBezTo>
                <a:cubicBezTo>
                  <a:pt x="0" y="12"/>
                  <a:pt x="11" y="0"/>
                  <a:pt x="26" y="0"/>
                </a:cubicBezTo>
                <a:lnTo>
                  <a:pt x="292" y="0"/>
                </a:lnTo>
                <a:cubicBezTo>
                  <a:pt x="306" y="0"/>
                  <a:pt x="318" y="12"/>
                  <a:pt x="318" y="28"/>
                </a:cubicBezTo>
                <a:cubicBezTo>
                  <a:pt x="318" y="42"/>
                  <a:pt x="306" y="54"/>
                  <a:pt x="292" y="54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フリーフォーム: 図形 385"/>
          <p:cNvSpPr/>
          <p:nvPr/>
        </p:nvSpPr>
        <p:spPr>
          <a:xfrm>
            <a:off x="4000320" y="48574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6"/>
                </a:cubicBezTo>
                <a:cubicBezTo>
                  <a:pt x="3" y="41"/>
                  <a:pt x="0" y="35"/>
                  <a:pt x="0" y="28"/>
                </a:cubicBezTo>
                <a:cubicBezTo>
                  <a:pt x="0" y="20"/>
                  <a:pt x="3" y="14"/>
                  <a:pt x="8" y="9"/>
                </a:cubicBezTo>
                <a:cubicBezTo>
                  <a:pt x="13" y="4"/>
                  <a:pt x="19" y="0"/>
                  <a:pt x="26" y="0"/>
                </a:cubicBezTo>
                <a:cubicBezTo>
                  <a:pt x="34" y="0"/>
                  <a:pt x="40" y="4"/>
                  <a:pt x="46" y="9"/>
                </a:cubicBezTo>
                <a:cubicBezTo>
                  <a:pt x="51" y="14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フリーフォーム: 図形 386"/>
          <p:cNvSpPr/>
          <p:nvPr/>
        </p:nvSpPr>
        <p:spPr>
          <a:xfrm>
            <a:off x="4000320" y="502884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7"/>
                </a:cubicBezTo>
                <a:cubicBezTo>
                  <a:pt x="40" y="52"/>
                  <a:pt x="34" y="54"/>
                  <a:pt x="26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0" y="3"/>
                  <a:pt x="46" y="8"/>
                </a:cubicBezTo>
                <a:cubicBezTo>
                  <a:pt x="51" y="13"/>
                  <a:pt x="54" y="20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フリーフォーム: 図形 387"/>
          <p:cNvSpPr/>
          <p:nvPr/>
        </p:nvSpPr>
        <p:spPr>
          <a:xfrm>
            <a:off x="394308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2" y="41"/>
                  <a:pt x="46" y="46"/>
                </a:cubicBezTo>
                <a:cubicBezTo>
                  <a:pt x="40" y="51"/>
                  <a:pt x="34" y="54"/>
                  <a:pt x="27" y="54"/>
                </a:cubicBezTo>
                <a:cubicBezTo>
                  <a:pt x="19" y="54"/>
                  <a:pt x="13" y="51"/>
                  <a:pt x="8" y="46"/>
                </a:cubicBezTo>
                <a:cubicBezTo>
                  <a:pt x="3" y="41"/>
                  <a:pt x="0" y="34"/>
                  <a:pt x="0" y="27"/>
                </a:cubicBezTo>
                <a:cubicBezTo>
                  <a:pt x="0" y="19"/>
                  <a:pt x="3" y="13"/>
                  <a:pt x="8" y="7"/>
                </a:cubicBezTo>
                <a:cubicBezTo>
                  <a:pt x="13" y="2"/>
                  <a:pt x="19" y="0"/>
                  <a:pt x="27" y="0"/>
                </a:cubicBezTo>
                <a:cubicBezTo>
                  <a:pt x="34" y="0"/>
                  <a:pt x="40" y="2"/>
                  <a:pt x="46" y="7"/>
                </a:cubicBezTo>
                <a:cubicBezTo>
                  <a:pt x="52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フリーフォーム: 図形 388"/>
          <p:cNvSpPr/>
          <p:nvPr/>
        </p:nvSpPr>
        <p:spPr>
          <a:xfrm>
            <a:off x="4057560" y="500040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19"/>
                  <a:pt x="2" y="13"/>
                  <a:pt x="7" y="8"/>
                </a:cubicBezTo>
                <a:cubicBezTo>
                  <a:pt x="13" y="3"/>
                  <a:pt x="19" y="0"/>
                  <a:pt x="26" y="0"/>
                </a:cubicBezTo>
                <a:cubicBezTo>
                  <a:pt x="34" y="0"/>
                  <a:pt x="41" y="3"/>
                  <a:pt x="46" y="8"/>
                </a:cubicBezTo>
                <a:cubicBezTo>
                  <a:pt x="51" y="13"/>
                  <a:pt x="54" y="19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フリーフォーム: 図形 389"/>
          <p:cNvSpPr/>
          <p:nvPr/>
        </p:nvSpPr>
        <p:spPr>
          <a:xfrm>
            <a:off x="3914640" y="494316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8"/>
                </a:moveTo>
                <a:cubicBezTo>
                  <a:pt x="54" y="35"/>
                  <a:pt x="51" y="41"/>
                  <a:pt x="46" y="47"/>
                </a:cubicBezTo>
                <a:cubicBezTo>
                  <a:pt x="41" y="52"/>
                  <a:pt x="35" y="54"/>
                  <a:pt x="27" y="54"/>
                </a:cubicBezTo>
                <a:cubicBezTo>
                  <a:pt x="19" y="54"/>
                  <a:pt x="13" y="52"/>
                  <a:pt x="8" y="47"/>
                </a:cubicBezTo>
                <a:cubicBezTo>
                  <a:pt x="2" y="41"/>
                  <a:pt x="0" y="35"/>
                  <a:pt x="0" y="28"/>
                </a:cubicBezTo>
                <a:cubicBezTo>
                  <a:pt x="0" y="20"/>
                  <a:pt x="2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ubicBezTo>
                  <a:pt x="35" y="0"/>
                  <a:pt x="41" y="3"/>
                  <a:pt x="46" y="8"/>
                </a:cubicBezTo>
                <a:cubicBezTo>
                  <a:pt x="51" y="13"/>
                  <a:pt x="54" y="20"/>
                  <a:pt x="54" y="28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フリーフォーム: 図形 390"/>
          <p:cNvSpPr/>
          <p:nvPr/>
        </p:nvSpPr>
        <p:spPr>
          <a:xfrm>
            <a:off x="4057560" y="4886280"/>
            <a:ext cx="19440" cy="19440"/>
          </a:xfrm>
          <a:custGeom>
            <a:avLst/>
            <a:gdLst/>
            <a:ahLst/>
            <a:cxnLst/>
            <a:rect l="0" t="0" r="r" b="b"/>
            <a:pathLst>
              <a:path w="54" h="54">
                <a:moveTo>
                  <a:pt x="54" y="27"/>
                </a:moveTo>
                <a:cubicBezTo>
                  <a:pt x="54" y="34"/>
                  <a:pt x="51" y="41"/>
                  <a:pt x="46" y="46"/>
                </a:cubicBezTo>
                <a:cubicBezTo>
                  <a:pt x="41" y="51"/>
                  <a:pt x="34" y="54"/>
                  <a:pt x="26" y="54"/>
                </a:cubicBezTo>
                <a:cubicBezTo>
                  <a:pt x="19" y="54"/>
                  <a:pt x="13" y="51"/>
                  <a:pt x="7" y="46"/>
                </a:cubicBezTo>
                <a:cubicBezTo>
                  <a:pt x="2" y="41"/>
                  <a:pt x="0" y="34"/>
                  <a:pt x="0" y="27"/>
                </a:cubicBezTo>
                <a:cubicBezTo>
                  <a:pt x="0" y="19"/>
                  <a:pt x="2" y="13"/>
                  <a:pt x="7" y="7"/>
                </a:cubicBezTo>
                <a:cubicBezTo>
                  <a:pt x="13" y="2"/>
                  <a:pt x="19" y="0"/>
                  <a:pt x="26" y="0"/>
                </a:cubicBezTo>
                <a:cubicBezTo>
                  <a:pt x="34" y="0"/>
                  <a:pt x="41" y="2"/>
                  <a:pt x="46" y="7"/>
                </a:cubicBezTo>
                <a:cubicBezTo>
                  <a:pt x="51" y="13"/>
                  <a:pt x="54" y="19"/>
                  <a:pt x="54" y="27"/>
                </a:cubicBezTo>
                <a:close/>
              </a:path>
            </a:pathLst>
          </a:custGeom>
          <a:solidFill>
            <a:srgbClr val="292F33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フリーフォーム: 図形 391"/>
          <p:cNvSpPr/>
          <p:nvPr/>
        </p:nvSpPr>
        <p:spPr>
          <a:xfrm>
            <a:off x="3943080" y="4933800"/>
            <a:ext cx="86040" cy="86040"/>
          </a:xfrm>
          <a:custGeom>
            <a:avLst/>
            <a:gdLst/>
            <a:ahLst/>
            <a:cxnLst/>
            <a:rect l="0" t="0" r="r" b="b"/>
            <a:pathLst>
              <a:path w="239" h="239">
                <a:moveTo>
                  <a:pt x="8" y="231"/>
                </a:moveTo>
                <a:cubicBezTo>
                  <a:pt x="-2" y="221"/>
                  <a:pt x="-2" y="203"/>
                  <a:pt x="8" y="193"/>
                </a:cubicBezTo>
                <a:lnTo>
                  <a:pt x="194" y="8"/>
                </a:lnTo>
                <a:cubicBezTo>
                  <a:pt x="205" y="-3"/>
                  <a:pt x="221" y="-3"/>
                  <a:pt x="232" y="8"/>
                </a:cubicBezTo>
                <a:cubicBezTo>
                  <a:pt x="242" y="18"/>
                  <a:pt x="242" y="35"/>
                  <a:pt x="232" y="45"/>
                </a:cubicBezTo>
                <a:lnTo>
                  <a:pt x="45" y="231"/>
                </a:lnTo>
                <a:cubicBezTo>
                  <a:pt x="40" y="236"/>
                  <a:pt x="33" y="239"/>
                  <a:pt x="27" y="239"/>
                </a:cubicBezTo>
                <a:cubicBezTo>
                  <a:pt x="20" y="239"/>
                  <a:pt x="13" y="236"/>
                  <a:pt x="8" y="231"/>
                </a:cubicBezTo>
                <a:close/>
              </a:path>
            </a:pathLst>
          </a:custGeom>
          <a:solidFill>
            <a:srgbClr val="DD2E4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テキスト ボックス 392"/>
          <p:cNvSpPr txBox="1"/>
          <p:nvPr/>
        </p:nvSpPr>
        <p:spPr>
          <a:xfrm>
            <a:off x="1047600" y="3912480"/>
            <a:ext cx="391428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どんな質問でも⼤歓迎です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テキスト ボックス 393"/>
          <p:cNvSpPr txBox="1"/>
          <p:nvPr/>
        </p:nvSpPr>
        <p:spPr>
          <a:xfrm>
            <a:off x="4203360" y="4703760"/>
            <a:ext cx="42631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 15:55 - 16:05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10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分）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テキスト ボックス 394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13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フリーフォーム: 図形 39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フリーフォーム: 図形 39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フリーフォーム: 図形 39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9" name="図 398"/>
          <p:cNvPicPr/>
          <p:nvPr/>
        </p:nvPicPr>
        <p:blipFill>
          <a:blip r:embed="rId2"/>
          <a:stretch/>
        </p:blipFill>
        <p:spPr>
          <a:xfrm>
            <a:off x="7562880" y="1400040"/>
            <a:ext cx="4390560" cy="405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フリーフォーム: 図形 399"/>
          <p:cNvSpPr/>
          <p:nvPr/>
        </p:nvSpPr>
        <p:spPr>
          <a:xfrm>
            <a:off x="738720" y="827280"/>
            <a:ext cx="513360" cy="414720"/>
          </a:xfrm>
          <a:custGeom>
            <a:avLst/>
            <a:gdLst/>
            <a:ahLst/>
            <a:cxnLst/>
            <a:rect l="0" t="0" r="r" b="b"/>
            <a:pathLst>
              <a:path w="1426" h="1152">
                <a:moveTo>
                  <a:pt x="1426" y="982"/>
                </a:moveTo>
                <a:cubicBezTo>
                  <a:pt x="1426" y="982"/>
                  <a:pt x="1426" y="1152"/>
                  <a:pt x="1258" y="1152"/>
                </a:cubicBezTo>
                <a:lnTo>
                  <a:pt x="169" y="1152"/>
                </a:lnTo>
                <a:cubicBezTo>
                  <a:pt x="0" y="1152"/>
                  <a:pt x="0" y="982"/>
                  <a:pt x="0" y="982"/>
                </a:cubicBezTo>
                <a:lnTo>
                  <a:pt x="0" y="171"/>
                </a:lnTo>
                <a:cubicBezTo>
                  <a:pt x="0" y="0"/>
                  <a:pt x="169" y="0"/>
                  <a:pt x="169" y="0"/>
                </a:cubicBezTo>
                <a:lnTo>
                  <a:pt x="1258" y="0"/>
                </a:lnTo>
                <a:cubicBezTo>
                  <a:pt x="1258" y="0"/>
                  <a:pt x="1426" y="0"/>
                  <a:pt x="1426" y="171"/>
                </a:cubicBezTo>
                <a:lnTo>
                  <a:pt x="1426" y="982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フリーフォーム: 図形 400"/>
          <p:cNvSpPr/>
          <p:nvPr/>
        </p:nvSpPr>
        <p:spPr>
          <a:xfrm>
            <a:off x="880560" y="718560"/>
            <a:ext cx="169200" cy="172080"/>
          </a:xfrm>
          <a:custGeom>
            <a:avLst/>
            <a:gdLst/>
            <a:ahLst/>
            <a:cxnLst/>
            <a:rect l="0" t="0" r="r" b="b"/>
            <a:pathLst>
              <a:path w="470" h="478">
                <a:moveTo>
                  <a:pt x="458" y="405"/>
                </a:moveTo>
                <a:cubicBezTo>
                  <a:pt x="474" y="422"/>
                  <a:pt x="474" y="449"/>
                  <a:pt x="458" y="466"/>
                </a:cubicBezTo>
                <a:cubicBezTo>
                  <a:pt x="441" y="482"/>
                  <a:pt x="415" y="482"/>
                  <a:pt x="399" y="466"/>
                </a:cubicBezTo>
                <a:lnTo>
                  <a:pt x="12" y="73"/>
                </a:lnTo>
                <a:cubicBezTo>
                  <a:pt x="-4" y="56"/>
                  <a:pt x="-4" y="29"/>
                  <a:pt x="12" y="12"/>
                </a:cubicBezTo>
                <a:cubicBezTo>
                  <a:pt x="29" y="-4"/>
                  <a:pt x="55" y="-4"/>
                  <a:pt x="72" y="12"/>
                </a:cubicBezTo>
                <a:lnTo>
                  <a:pt x="458" y="405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フリーフォーム: 図形 401"/>
          <p:cNvSpPr/>
          <p:nvPr/>
        </p:nvSpPr>
        <p:spPr>
          <a:xfrm>
            <a:off x="941040" y="718560"/>
            <a:ext cx="169200" cy="172080"/>
          </a:xfrm>
          <a:custGeom>
            <a:avLst/>
            <a:gdLst/>
            <a:ahLst/>
            <a:cxnLst/>
            <a:rect l="0" t="0" r="r" b="b"/>
            <a:pathLst>
              <a:path w="470" h="478">
                <a:moveTo>
                  <a:pt x="12" y="405"/>
                </a:moveTo>
                <a:cubicBezTo>
                  <a:pt x="-4" y="422"/>
                  <a:pt x="-4" y="449"/>
                  <a:pt x="12" y="466"/>
                </a:cubicBezTo>
                <a:cubicBezTo>
                  <a:pt x="28" y="482"/>
                  <a:pt x="55" y="482"/>
                  <a:pt x="71" y="466"/>
                </a:cubicBezTo>
                <a:lnTo>
                  <a:pt x="457" y="73"/>
                </a:lnTo>
                <a:cubicBezTo>
                  <a:pt x="474" y="56"/>
                  <a:pt x="474" y="29"/>
                  <a:pt x="457" y="12"/>
                </a:cubicBezTo>
                <a:cubicBezTo>
                  <a:pt x="441" y="-4"/>
                  <a:pt x="413" y="-4"/>
                  <a:pt x="397" y="12"/>
                </a:cubicBezTo>
                <a:lnTo>
                  <a:pt x="12" y="405"/>
                </a:lnTo>
                <a:close/>
              </a:path>
            </a:pathLst>
          </a:custGeom>
          <a:solidFill>
            <a:srgbClr val="31373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フリーフォーム: 図形 402"/>
          <p:cNvSpPr/>
          <p:nvPr/>
        </p:nvSpPr>
        <p:spPr>
          <a:xfrm>
            <a:off x="799200" y="873360"/>
            <a:ext cx="392400" cy="307440"/>
          </a:xfrm>
          <a:custGeom>
            <a:avLst/>
            <a:gdLst/>
            <a:ahLst/>
            <a:cxnLst/>
            <a:rect l="0" t="0" r="r" b="b"/>
            <a:pathLst>
              <a:path w="1090" h="854">
                <a:moveTo>
                  <a:pt x="545" y="0"/>
                </a:moveTo>
                <a:cubicBezTo>
                  <a:pt x="881" y="0"/>
                  <a:pt x="964" y="43"/>
                  <a:pt x="1006" y="86"/>
                </a:cubicBezTo>
                <a:cubicBezTo>
                  <a:pt x="1048" y="128"/>
                  <a:pt x="1090" y="213"/>
                  <a:pt x="1090" y="427"/>
                </a:cubicBezTo>
                <a:cubicBezTo>
                  <a:pt x="1090" y="641"/>
                  <a:pt x="1048" y="726"/>
                  <a:pt x="1006" y="769"/>
                </a:cubicBezTo>
                <a:cubicBezTo>
                  <a:pt x="964" y="811"/>
                  <a:pt x="881" y="854"/>
                  <a:pt x="545" y="854"/>
                </a:cubicBezTo>
                <a:cubicBezTo>
                  <a:pt x="209" y="854"/>
                  <a:pt x="125" y="811"/>
                  <a:pt x="84" y="769"/>
                </a:cubicBezTo>
                <a:cubicBezTo>
                  <a:pt x="42" y="726"/>
                  <a:pt x="0" y="641"/>
                  <a:pt x="0" y="427"/>
                </a:cubicBezTo>
                <a:cubicBezTo>
                  <a:pt x="0" y="213"/>
                  <a:pt x="42" y="128"/>
                  <a:pt x="84" y="86"/>
                </a:cubicBezTo>
                <a:cubicBezTo>
                  <a:pt x="125" y="43"/>
                  <a:pt x="209" y="0"/>
                  <a:pt x="545" y="0"/>
                </a:cubicBezTo>
                <a:close/>
              </a:path>
            </a:pathLst>
          </a:custGeom>
          <a:solidFill>
            <a:srgbClr val="55ACEE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フリーフォーム: 図形 403"/>
          <p:cNvSpPr/>
          <p:nvPr/>
        </p:nvSpPr>
        <p:spPr>
          <a:xfrm>
            <a:off x="1176120" y="1164960"/>
            <a:ext cx="45720" cy="46440"/>
          </a:xfrm>
          <a:custGeom>
            <a:avLst/>
            <a:gdLst/>
            <a:ahLst/>
            <a:cxnLst/>
            <a:rect l="0" t="0" r="r" b="b"/>
            <a:pathLst>
              <a:path w="127" h="129">
                <a:moveTo>
                  <a:pt x="127" y="65"/>
                </a:moveTo>
                <a:cubicBezTo>
                  <a:pt x="127" y="74"/>
                  <a:pt x="125" y="82"/>
                  <a:pt x="122" y="90"/>
                </a:cubicBezTo>
                <a:cubicBezTo>
                  <a:pt x="119" y="97"/>
                  <a:pt x="114" y="104"/>
                  <a:pt x="108" y="110"/>
                </a:cubicBezTo>
                <a:cubicBezTo>
                  <a:pt x="102" y="116"/>
                  <a:pt x="96" y="121"/>
                  <a:pt x="88" y="124"/>
                </a:cubicBezTo>
                <a:cubicBezTo>
                  <a:pt x="80" y="127"/>
                  <a:pt x="72" y="129"/>
                  <a:pt x="64" y="129"/>
                </a:cubicBezTo>
                <a:cubicBezTo>
                  <a:pt x="56" y="129"/>
                  <a:pt x="48" y="127"/>
                  <a:pt x="39" y="124"/>
                </a:cubicBezTo>
                <a:cubicBezTo>
                  <a:pt x="31" y="121"/>
                  <a:pt x="24" y="116"/>
                  <a:pt x="19" y="110"/>
                </a:cubicBezTo>
                <a:cubicBezTo>
                  <a:pt x="13" y="104"/>
                  <a:pt x="8" y="97"/>
                  <a:pt x="5" y="90"/>
                </a:cubicBezTo>
                <a:cubicBezTo>
                  <a:pt x="2" y="82"/>
                  <a:pt x="0" y="74"/>
                  <a:pt x="0" y="65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4" y="14"/>
                  <a:pt x="31" y="9"/>
                  <a:pt x="39" y="6"/>
                </a:cubicBezTo>
                <a:cubicBezTo>
                  <a:pt x="48" y="2"/>
                  <a:pt x="56" y="0"/>
                  <a:pt x="64" y="0"/>
                </a:cubicBezTo>
                <a:cubicBezTo>
                  <a:pt x="72" y="0"/>
                  <a:pt x="80" y="2"/>
                  <a:pt x="88" y="6"/>
                </a:cubicBezTo>
                <a:cubicBezTo>
                  <a:pt x="96" y="9"/>
                  <a:pt x="102" y="14"/>
                  <a:pt x="108" y="20"/>
                </a:cubicBezTo>
                <a:cubicBezTo>
                  <a:pt x="114" y="26"/>
                  <a:pt x="119" y="33"/>
                  <a:pt x="122" y="41"/>
                </a:cubicBezTo>
                <a:cubicBezTo>
                  <a:pt x="125" y="49"/>
                  <a:pt x="127" y="57"/>
                  <a:pt x="127" y="6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フリーフォーム: 図形 404"/>
          <p:cNvSpPr/>
          <p:nvPr/>
        </p:nvSpPr>
        <p:spPr>
          <a:xfrm>
            <a:off x="768960" y="1164960"/>
            <a:ext cx="45720" cy="46440"/>
          </a:xfrm>
          <a:custGeom>
            <a:avLst/>
            <a:gdLst/>
            <a:ahLst/>
            <a:cxnLst/>
            <a:rect l="0" t="0" r="r" b="b"/>
            <a:pathLst>
              <a:path w="127" h="129">
                <a:moveTo>
                  <a:pt x="127" y="65"/>
                </a:moveTo>
                <a:cubicBezTo>
                  <a:pt x="127" y="74"/>
                  <a:pt x="125" y="82"/>
                  <a:pt x="122" y="90"/>
                </a:cubicBezTo>
                <a:cubicBezTo>
                  <a:pt x="119" y="97"/>
                  <a:pt x="114" y="104"/>
                  <a:pt x="108" y="110"/>
                </a:cubicBezTo>
                <a:cubicBezTo>
                  <a:pt x="102" y="116"/>
                  <a:pt x="96" y="121"/>
                  <a:pt x="88" y="124"/>
                </a:cubicBezTo>
                <a:cubicBezTo>
                  <a:pt x="80" y="127"/>
                  <a:pt x="72" y="129"/>
                  <a:pt x="64" y="129"/>
                </a:cubicBezTo>
                <a:cubicBezTo>
                  <a:pt x="56" y="129"/>
                  <a:pt x="47" y="127"/>
                  <a:pt x="39" y="124"/>
                </a:cubicBezTo>
                <a:cubicBezTo>
                  <a:pt x="31" y="121"/>
                  <a:pt x="24" y="116"/>
                  <a:pt x="18" y="110"/>
                </a:cubicBezTo>
                <a:cubicBezTo>
                  <a:pt x="13" y="104"/>
                  <a:pt x="8" y="97"/>
                  <a:pt x="5" y="90"/>
                </a:cubicBezTo>
                <a:cubicBezTo>
                  <a:pt x="2" y="82"/>
                  <a:pt x="0" y="74"/>
                  <a:pt x="0" y="65"/>
                </a:cubicBezTo>
                <a:cubicBezTo>
                  <a:pt x="0" y="57"/>
                  <a:pt x="2" y="49"/>
                  <a:pt x="5" y="41"/>
                </a:cubicBezTo>
                <a:cubicBezTo>
                  <a:pt x="8" y="33"/>
                  <a:pt x="13" y="26"/>
                  <a:pt x="18" y="20"/>
                </a:cubicBezTo>
                <a:cubicBezTo>
                  <a:pt x="24" y="14"/>
                  <a:pt x="31" y="9"/>
                  <a:pt x="39" y="6"/>
                </a:cubicBezTo>
                <a:cubicBezTo>
                  <a:pt x="47" y="2"/>
                  <a:pt x="56" y="0"/>
                  <a:pt x="64" y="0"/>
                </a:cubicBezTo>
                <a:cubicBezTo>
                  <a:pt x="72" y="0"/>
                  <a:pt x="80" y="2"/>
                  <a:pt x="88" y="6"/>
                </a:cubicBezTo>
                <a:cubicBezTo>
                  <a:pt x="96" y="9"/>
                  <a:pt x="102" y="14"/>
                  <a:pt x="108" y="20"/>
                </a:cubicBezTo>
                <a:cubicBezTo>
                  <a:pt x="114" y="26"/>
                  <a:pt x="119" y="33"/>
                  <a:pt x="122" y="41"/>
                </a:cubicBezTo>
                <a:cubicBezTo>
                  <a:pt x="125" y="49"/>
                  <a:pt x="127" y="57"/>
                  <a:pt x="127" y="65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テキスト ボックス 405"/>
          <p:cNvSpPr txBox="1"/>
          <p:nvPr/>
        </p:nvSpPr>
        <p:spPr>
          <a:xfrm>
            <a:off x="1297440" y="618480"/>
            <a:ext cx="51206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チャンネル登録をお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テキスト ボックス 406"/>
          <p:cNvSpPr txBox="1"/>
          <p:nvPr/>
        </p:nvSpPr>
        <p:spPr>
          <a:xfrm>
            <a:off x="666720" y="1361520"/>
            <a:ext cx="329256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願いします︕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テキスト ボックス 407"/>
          <p:cNvSpPr txBox="1"/>
          <p:nvPr/>
        </p:nvSpPr>
        <p:spPr>
          <a:xfrm>
            <a:off x="666720" y="2348640"/>
            <a:ext cx="7319040" cy="11633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ja-JP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現在 </a:t>
            </a:r>
            <a:r>
              <a:rPr lang="en-US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923</a:t>
            </a:r>
            <a:r>
              <a:rPr lang="ja-JP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⼈ → ⽬指せ</a:t>
            </a:r>
            <a:r>
              <a:rPr lang="en-US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1000</a:t>
            </a:r>
            <a:r>
              <a:rPr lang="ja-JP" sz="378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⼈︕</a:t>
            </a:r>
            <a:endParaRPr lang="en-US" sz="3780" dirty="0">
              <a:solidFill>
                <a:srgbClr val="000000"/>
              </a:solidFill>
              <a:latin typeface="Times New Roman"/>
            </a:endParaRPr>
          </a:p>
          <a:p>
            <a:endParaRPr lang="en-US" sz="37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テキスト ボックス 410"/>
          <p:cNvSpPr txBox="1"/>
          <p:nvPr/>
        </p:nvSpPr>
        <p:spPr>
          <a:xfrm>
            <a:off x="666720" y="3998880"/>
            <a:ext cx="468720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HCCJP</a:t>
            </a:r>
            <a:r>
              <a:rPr lang="ja-JP" sz="270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テキスト ボックス 412"/>
          <p:cNvSpPr txBox="1"/>
          <p:nvPr/>
        </p:nvSpPr>
        <p:spPr>
          <a:xfrm>
            <a:off x="666720" y="4456080"/>
            <a:ext cx="6026843" cy="166199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 dirty="0">
                <a:solidFill>
                  <a:srgbClr val="0288D1"/>
                </a:solidFill>
                <a:effectLst/>
                <a:uFillTx/>
                <a:latin typeface="Meiryo"/>
                <a:ea typeface="Meiryo"/>
                <a:hlinkClick r:id="rId3"/>
              </a:rPr>
              <a:t>https://www.youtube.com/@hccjp.</a:t>
            </a:r>
            <a:endParaRPr lang="en-US" sz="2700" b="0" u="none" strike="noStrike" dirty="0">
              <a:solidFill>
                <a:srgbClr val="0288D1"/>
              </a:solidFill>
              <a:effectLst/>
              <a:uFillTx/>
              <a:latin typeface="Meiryo"/>
              <a:ea typeface="Meiryo"/>
            </a:endParaRPr>
          </a:p>
          <a:p>
            <a:endParaRPr lang="en-US" sz="2700" b="0" u="none" strike="noStrike" dirty="0">
              <a:solidFill>
                <a:srgbClr val="0288D1"/>
              </a:solidFill>
              <a:effectLst/>
              <a:uFillTx/>
              <a:latin typeface="Meiryo"/>
              <a:ea typeface="Meiryo"/>
            </a:endParaRPr>
          </a:p>
          <a:p>
            <a:endParaRPr lang="en-US" sz="2700" b="0" u="none" strike="noStrike" dirty="0">
              <a:solidFill>
                <a:srgbClr val="0288D1"/>
              </a:solidFill>
              <a:effectLst/>
              <a:uFillTx/>
              <a:latin typeface="Meiryo"/>
              <a:ea typeface="Meiryo"/>
            </a:endParaRPr>
          </a:p>
          <a:p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テキスト ボックス 414"/>
          <p:cNvSpPr txBox="1"/>
          <p:nvPr/>
        </p:nvSpPr>
        <p:spPr>
          <a:xfrm>
            <a:off x="666720" y="5462673"/>
            <a:ext cx="6896160" cy="4154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ja-JP" sz="27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毎⽉第</a:t>
            </a:r>
            <a:r>
              <a:rPr lang="en-US" sz="27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2</a:t>
            </a:r>
            <a:r>
              <a:rPr lang="ja-JP" sz="27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⾦曜⽇の最新情報をお⾒逃し</a:t>
            </a:r>
            <a:r>
              <a:rPr lang="ja-JP" altLang="en-US" sz="270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なく！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テキスト ボックス 416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14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フリーフォーム: 図形 4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フリーフォーム: 図形 41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フリーフォーム: 図形 41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21" name="図 420"/>
          <p:cNvPicPr/>
          <p:nvPr/>
        </p:nvPicPr>
        <p:blipFill>
          <a:blip r:embed="rId2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テキスト ボックス 421"/>
          <p:cNvSpPr txBox="1"/>
          <p:nvPr/>
        </p:nvSpPr>
        <p:spPr>
          <a:xfrm>
            <a:off x="5709600" y="711360"/>
            <a:ext cx="41155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クロージング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テキスト ボックス 422"/>
          <p:cNvSpPr txBox="1"/>
          <p:nvPr/>
        </p:nvSpPr>
        <p:spPr>
          <a:xfrm>
            <a:off x="4159080" y="19234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本⽇のご参加ありがとうござ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フリーフォーム: 図形 423"/>
          <p:cNvSpPr/>
          <p:nvPr/>
        </p:nvSpPr>
        <p:spPr>
          <a:xfrm>
            <a:off x="4162320" y="4334318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9"/>
                </a:cubicBezTo>
                <a:cubicBezTo>
                  <a:pt x="5" y="118"/>
                  <a:pt x="8" y="108"/>
                  <a:pt x="13" y="99"/>
                </a:cubicBezTo>
                <a:cubicBezTo>
                  <a:pt x="17" y="89"/>
                  <a:pt x="22" y="80"/>
                  <a:pt x="28" y="71"/>
                </a:cubicBezTo>
                <a:cubicBezTo>
                  <a:pt x="33" y="63"/>
                  <a:pt x="40" y="55"/>
                  <a:pt x="47" y="47"/>
                </a:cubicBezTo>
                <a:cubicBezTo>
                  <a:pt x="55" y="40"/>
                  <a:pt x="63" y="33"/>
                  <a:pt x="71" y="28"/>
                </a:cubicBezTo>
                <a:cubicBezTo>
                  <a:pt x="80" y="22"/>
                  <a:pt x="89" y="17"/>
                  <a:pt x="99" y="13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3"/>
                </a:cubicBezTo>
                <a:cubicBezTo>
                  <a:pt x="230" y="17"/>
                  <a:pt x="239" y="22"/>
                  <a:pt x="248" y="28"/>
                </a:cubicBezTo>
                <a:cubicBezTo>
                  <a:pt x="256" y="33"/>
                  <a:pt x="264" y="40"/>
                  <a:pt x="272" y="47"/>
                </a:cubicBezTo>
                <a:cubicBezTo>
                  <a:pt x="279" y="55"/>
                  <a:pt x="286" y="63"/>
                  <a:pt x="292" y="71"/>
                </a:cubicBezTo>
                <a:cubicBezTo>
                  <a:pt x="297" y="80"/>
                  <a:pt x="302" y="89"/>
                  <a:pt x="306" y="99"/>
                </a:cubicBezTo>
                <a:cubicBezTo>
                  <a:pt x="310" y="108"/>
                  <a:pt x="313" y="118"/>
                  <a:pt x="315" y="129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テキスト ボックス 424"/>
          <p:cNvSpPr txBox="1"/>
          <p:nvPr/>
        </p:nvSpPr>
        <p:spPr>
          <a:xfrm>
            <a:off x="6401520" y="2656800"/>
            <a:ext cx="274392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テキスト ボックス 425"/>
          <p:cNvSpPr txBox="1"/>
          <p:nvPr/>
        </p:nvSpPr>
        <p:spPr>
          <a:xfrm>
            <a:off x="4461479" y="4160438"/>
            <a:ext cx="7042543" cy="39549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ja-JP" sz="257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アーカイブは</a:t>
            </a:r>
            <a:r>
              <a:rPr lang="en-US" sz="257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</a:t>
            </a:r>
            <a:r>
              <a:rPr lang="ja-JP" sz="257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チャンネルから視聴</a:t>
            </a:r>
            <a:r>
              <a:rPr lang="ja-JP" altLang="en-US" sz="2570" b="0" u="none" strike="noStrike" dirty="0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可能</a:t>
            </a:r>
            <a:endParaRPr lang="en-US" sz="257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フリーフォーム: 図形 426"/>
          <p:cNvSpPr/>
          <p:nvPr/>
        </p:nvSpPr>
        <p:spPr>
          <a:xfrm>
            <a:off x="4162320" y="491472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60"/>
                </a:moveTo>
                <a:cubicBezTo>
                  <a:pt x="318" y="170"/>
                  <a:pt x="317" y="180"/>
                  <a:pt x="315" y="191"/>
                </a:cubicBezTo>
                <a:cubicBezTo>
                  <a:pt x="313" y="201"/>
                  <a:pt x="310" y="211"/>
                  <a:pt x="306" y="220"/>
                </a:cubicBezTo>
                <a:cubicBezTo>
                  <a:pt x="302" y="230"/>
                  <a:pt x="297" y="239"/>
                  <a:pt x="292" y="248"/>
                </a:cubicBezTo>
                <a:cubicBezTo>
                  <a:pt x="286" y="257"/>
                  <a:pt x="279" y="265"/>
                  <a:pt x="272" y="272"/>
                </a:cubicBezTo>
                <a:cubicBezTo>
                  <a:pt x="264" y="279"/>
                  <a:pt x="256" y="286"/>
                  <a:pt x="248" y="292"/>
                </a:cubicBezTo>
                <a:cubicBezTo>
                  <a:pt x="239" y="298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8"/>
                  <a:pt x="71" y="292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5"/>
                  <a:pt x="33" y="257"/>
                  <a:pt x="28" y="248"/>
                </a:cubicBezTo>
                <a:cubicBezTo>
                  <a:pt x="22" y="239"/>
                  <a:pt x="17" y="230"/>
                  <a:pt x="13" y="220"/>
                </a:cubicBezTo>
                <a:cubicBezTo>
                  <a:pt x="8" y="211"/>
                  <a:pt x="5" y="201"/>
                  <a:pt x="3" y="191"/>
                </a:cubicBezTo>
                <a:cubicBezTo>
                  <a:pt x="1" y="180"/>
                  <a:pt x="0" y="170"/>
                  <a:pt x="0" y="160"/>
                </a:cubicBez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3" y="98"/>
                </a:cubicBezTo>
                <a:cubicBezTo>
                  <a:pt x="17" y="88"/>
                  <a:pt x="22" y="79"/>
                  <a:pt x="28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3"/>
                  <a:pt x="71" y="27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7"/>
                </a:cubicBezTo>
                <a:cubicBezTo>
                  <a:pt x="256" y="33"/>
                  <a:pt x="264" y="39"/>
                  <a:pt x="272" y="46"/>
                </a:cubicBezTo>
                <a:cubicBezTo>
                  <a:pt x="279" y="54"/>
                  <a:pt x="286" y="62"/>
                  <a:pt x="292" y="71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8"/>
                  <a:pt x="313" y="118"/>
                  <a:pt x="315" y="128"/>
                </a:cubicBezTo>
                <a:cubicBezTo>
                  <a:pt x="317" y="139"/>
                  <a:pt x="318" y="149"/>
                  <a:pt x="318" y="160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フリーフォーム: 図形 428"/>
          <p:cNvSpPr/>
          <p:nvPr/>
        </p:nvSpPr>
        <p:spPr>
          <a:xfrm>
            <a:off x="4162320" y="5448240"/>
            <a:ext cx="114480" cy="114480"/>
          </a:xfrm>
          <a:custGeom>
            <a:avLst/>
            <a:gdLst/>
            <a:ahLst/>
            <a:cxnLst/>
            <a:rect l="0" t="0" r="r" b="b"/>
            <a:pathLst>
              <a:path w="318" h="318">
                <a:moveTo>
                  <a:pt x="318" y="158"/>
                </a:moveTo>
                <a:cubicBezTo>
                  <a:pt x="318" y="169"/>
                  <a:pt x="317" y="179"/>
                  <a:pt x="315" y="189"/>
                </a:cubicBezTo>
                <a:cubicBezTo>
                  <a:pt x="313" y="200"/>
                  <a:pt x="310" y="210"/>
                  <a:pt x="306" y="219"/>
                </a:cubicBezTo>
                <a:cubicBezTo>
                  <a:pt x="302" y="229"/>
                  <a:pt x="297" y="238"/>
                  <a:pt x="292" y="248"/>
                </a:cubicBezTo>
                <a:cubicBezTo>
                  <a:pt x="286" y="256"/>
                  <a:pt x="279" y="264"/>
                  <a:pt x="272" y="272"/>
                </a:cubicBezTo>
                <a:cubicBezTo>
                  <a:pt x="264" y="279"/>
                  <a:pt x="256" y="286"/>
                  <a:pt x="248" y="291"/>
                </a:cubicBezTo>
                <a:cubicBezTo>
                  <a:pt x="239" y="297"/>
                  <a:pt x="230" y="302"/>
                  <a:pt x="220" y="306"/>
                </a:cubicBezTo>
                <a:cubicBezTo>
                  <a:pt x="211" y="310"/>
                  <a:pt x="201" y="313"/>
                  <a:pt x="191" y="315"/>
                </a:cubicBezTo>
                <a:cubicBezTo>
                  <a:pt x="180" y="317"/>
                  <a:pt x="170" y="318"/>
                  <a:pt x="160" y="318"/>
                </a:cubicBezTo>
                <a:cubicBezTo>
                  <a:pt x="149" y="318"/>
                  <a:pt x="139" y="317"/>
                  <a:pt x="129" y="315"/>
                </a:cubicBezTo>
                <a:cubicBezTo>
                  <a:pt x="118" y="313"/>
                  <a:pt x="108" y="310"/>
                  <a:pt x="99" y="306"/>
                </a:cubicBezTo>
                <a:cubicBezTo>
                  <a:pt x="89" y="302"/>
                  <a:pt x="80" y="297"/>
                  <a:pt x="71" y="291"/>
                </a:cubicBezTo>
                <a:cubicBezTo>
                  <a:pt x="63" y="286"/>
                  <a:pt x="55" y="279"/>
                  <a:pt x="47" y="272"/>
                </a:cubicBezTo>
                <a:cubicBezTo>
                  <a:pt x="40" y="264"/>
                  <a:pt x="33" y="256"/>
                  <a:pt x="28" y="248"/>
                </a:cubicBezTo>
                <a:cubicBezTo>
                  <a:pt x="22" y="238"/>
                  <a:pt x="17" y="229"/>
                  <a:pt x="13" y="219"/>
                </a:cubicBezTo>
                <a:cubicBezTo>
                  <a:pt x="8" y="210"/>
                  <a:pt x="5" y="200"/>
                  <a:pt x="3" y="189"/>
                </a:cubicBezTo>
                <a:cubicBezTo>
                  <a:pt x="1" y="179"/>
                  <a:pt x="0" y="169"/>
                  <a:pt x="0" y="158"/>
                </a:cubicBez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3" y="98"/>
                </a:cubicBezTo>
                <a:cubicBezTo>
                  <a:pt x="17" y="88"/>
                  <a:pt x="22" y="79"/>
                  <a:pt x="28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5" y="39"/>
                  <a:pt x="63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8" y="8"/>
                  <a:pt x="118" y="5"/>
                  <a:pt x="129" y="3"/>
                </a:cubicBezTo>
                <a:cubicBezTo>
                  <a:pt x="139" y="1"/>
                  <a:pt x="149" y="0"/>
                  <a:pt x="160" y="0"/>
                </a:cubicBezTo>
                <a:cubicBezTo>
                  <a:pt x="170" y="0"/>
                  <a:pt x="180" y="1"/>
                  <a:pt x="191" y="3"/>
                </a:cubicBezTo>
                <a:cubicBezTo>
                  <a:pt x="201" y="5"/>
                  <a:pt x="211" y="8"/>
                  <a:pt x="220" y="12"/>
                </a:cubicBezTo>
                <a:cubicBezTo>
                  <a:pt x="230" y="16"/>
                  <a:pt x="239" y="21"/>
                  <a:pt x="248" y="26"/>
                </a:cubicBezTo>
                <a:cubicBezTo>
                  <a:pt x="256" y="32"/>
                  <a:pt x="264" y="39"/>
                  <a:pt x="272" y="46"/>
                </a:cubicBezTo>
                <a:cubicBezTo>
                  <a:pt x="279" y="54"/>
                  <a:pt x="286" y="62"/>
                  <a:pt x="292" y="70"/>
                </a:cubicBezTo>
                <a:cubicBezTo>
                  <a:pt x="297" y="79"/>
                  <a:pt x="302" y="88"/>
                  <a:pt x="306" y="98"/>
                </a:cubicBezTo>
                <a:cubicBezTo>
                  <a:pt x="310" y="107"/>
                  <a:pt x="313" y="117"/>
                  <a:pt x="315" y="127"/>
                </a:cubicBezTo>
                <a:cubicBezTo>
                  <a:pt x="317" y="138"/>
                  <a:pt x="318" y="148"/>
                  <a:pt x="318" y="158"/>
                </a:cubicBezTo>
                <a:close/>
              </a:path>
            </a:pathLst>
          </a:custGeom>
          <a:solidFill>
            <a:srgbClr val="455A6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テキスト ボックス 429"/>
          <p:cNvSpPr txBox="1"/>
          <p:nvPr/>
        </p:nvSpPr>
        <p:spPr>
          <a:xfrm>
            <a:off x="4461480" y="4741200"/>
            <a:ext cx="29358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資料は後⽇公開予定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テキスト ボックス 430"/>
          <p:cNvSpPr txBox="1"/>
          <p:nvPr/>
        </p:nvSpPr>
        <p:spPr>
          <a:xfrm>
            <a:off x="4461480" y="5274360"/>
            <a:ext cx="3864600" cy="48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57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ハッシュタグは </a:t>
            </a:r>
            <a:r>
              <a:rPr lang="en-US" sz="2570" b="1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#HCCJP</a:t>
            </a:r>
            <a:endParaRPr lang="en-US" sz="25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テキスト ボックス 431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15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フリーフォーム: 図形 432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フリーフォーム: 図形 43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フリーフォーム: 図形 43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フリーフォーム: 図形 435"/>
          <p:cNvSpPr/>
          <p:nvPr/>
        </p:nvSpPr>
        <p:spPr>
          <a:xfrm>
            <a:off x="2800080" y="2505600"/>
            <a:ext cx="543240" cy="475920"/>
          </a:xfrm>
          <a:custGeom>
            <a:avLst/>
            <a:gdLst/>
            <a:ahLst/>
            <a:cxnLst/>
            <a:rect l="0" t="0" r="r" b="b"/>
            <a:pathLst>
              <a:path w="1509" h="1322">
                <a:moveTo>
                  <a:pt x="1509" y="1151"/>
                </a:moveTo>
                <a:cubicBezTo>
                  <a:pt x="1509" y="1246"/>
                  <a:pt x="1434" y="1322"/>
                  <a:pt x="1342" y="1322"/>
                </a:cubicBezTo>
                <a:lnTo>
                  <a:pt x="168" y="1322"/>
                </a:lnTo>
                <a:cubicBezTo>
                  <a:pt x="75" y="1322"/>
                  <a:pt x="0" y="1246"/>
                  <a:pt x="0" y="1151"/>
                </a:cubicBezTo>
                <a:lnTo>
                  <a:pt x="0" y="170"/>
                </a:lnTo>
                <a:cubicBezTo>
                  <a:pt x="0" y="76"/>
                  <a:pt x="75" y="0"/>
                  <a:pt x="168" y="0"/>
                </a:cubicBezTo>
                <a:lnTo>
                  <a:pt x="1342" y="0"/>
                </a:lnTo>
                <a:cubicBezTo>
                  <a:pt x="1434" y="0"/>
                  <a:pt x="1509" y="76"/>
                  <a:pt x="1509" y="170"/>
                </a:cubicBezTo>
                <a:lnTo>
                  <a:pt x="1509" y="1151"/>
                </a:lnTo>
                <a:close/>
              </a:path>
            </a:pathLst>
          </a:custGeom>
          <a:solidFill>
            <a:srgbClr val="E0E7E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フリーフォーム: 図形 436"/>
          <p:cNvSpPr/>
          <p:nvPr/>
        </p:nvSpPr>
        <p:spPr>
          <a:xfrm>
            <a:off x="2933640" y="2674080"/>
            <a:ext cx="284400" cy="249480"/>
          </a:xfrm>
          <a:custGeom>
            <a:avLst/>
            <a:gdLst/>
            <a:ahLst/>
            <a:cxnLst/>
            <a:rect l="0" t="0" r="r" b="b"/>
            <a:pathLst>
              <a:path w="790" h="693">
                <a:moveTo>
                  <a:pt x="621" y="133"/>
                </a:moveTo>
                <a:lnTo>
                  <a:pt x="379" y="133"/>
                </a:lnTo>
                <a:cubicBezTo>
                  <a:pt x="328" y="133"/>
                  <a:pt x="309" y="100"/>
                  <a:pt x="309" y="67"/>
                </a:cubicBezTo>
                <a:cubicBezTo>
                  <a:pt x="309" y="33"/>
                  <a:pt x="327" y="0"/>
                  <a:pt x="379" y="0"/>
                </a:cubicBezTo>
                <a:lnTo>
                  <a:pt x="722" y="0"/>
                </a:lnTo>
                <a:cubicBezTo>
                  <a:pt x="770" y="0"/>
                  <a:pt x="790" y="45"/>
                  <a:pt x="790" y="70"/>
                </a:cubicBezTo>
                <a:cubicBezTo>
                  <a:pt x="790" y="89"/>
                  <a:pt x="779" y="109"/>
                  <a:pt x="768" y="133"/>
                </a:cubicBezTo>
                <a:lnTo>
                  <a:pt x="533" y="620"/>
                </a:lnTo>
                <a:cubicBezTo>
                  <a:pt x="507" y="674"/>
                  <a:pt x="496" y="693"/>
                  <a:pt x="454" y="693"/>
                </a:cubicBezTo>
                <a:cubicBezTo>
                  <a:pt x="402" y="693"/>
                  <a:pt x="375" y="653"/>
                  <a:pt x="375" y="625"/>
                </a:cubicBezTo>
                <a:cubicBezTo>
                  <a:pt x="375" y="613"/>
                  <a:pt x="378" y="605"/>
                  <a:pt x="385" y="591"/>
                </a:cubicBezTo>
                <a:lnTo>
                  <a:pt x="621" y="133"/>
                </a:lnTo>
                <a:moveTo>
                  <a:pt x="85" y="128"/>
                </a:moveTo>
                <a:lnTo>
                  <a:pt x="64" y="128"/>
                </a:lnTo>
                <a:cubicBezTo>
                  <a:pt x="19" y="128"/>
                  <a:pt x="0" y="97"/>
                  <a:pt x="0" y="64"/>
                </a:cubicBezTo>
                <a:cubicBezTo>
                  <a:pt x="0" y="31"/>
                  <a:pt x="24" y="0"/>
                  <a:pt x="64" y="0"/>
                </a:cubicBezTo>
                <a:lnTo>
                  <a:pt x="150" y="0"/>
                </a:lnTo>
                <a:cubicBezTo>
                  <a:pt x="191" y="0"/>
                  <a:pt x="213" y="30"/>
                  <a:pt x="213" y="69"/>
                </a:cubicBezTo>
                <a:lnTo>
                  <a:pt x="213" y="618"/>
                </a:lnTo>
                <a:cubicBezTo>
                  <a:pt x="213" y="666"/>
                  <a:pt x="190" y="693"/>
                  <a:pt x="149" y="693"/>
                </a:cubicBezTo>
                <a:cubicBezTo>
                  <a:pt x="108" y="693"/>
                  <a:pt x="85" y="666"/>
                  <a:pt x="85" y="618"/>
                </a:cubicBezTo>
                <a:lnTo>
                  <a:pt x="85" y="128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フリーフォーム: 図形 437"/>
          <p:cNvSpPr/>
          <p:nvPr/>
        </p:nvSpPr>
        <p:spPr>
          <a:xfrm>
            <a:off x="2800080" y="2428560"/>
            <a:ext cx="543240" cy="200160"/>
          </a:xfrm>
          <a:custGeom>
            <a:avLst/>
            <a:gdLst/>
            <a:ahLst/>
            <a:cxnLst/>
            <a:rect l="0" t="0" r="r" b="b"/>
            <a:pathLst>
              <a:path w="1509" h="556">
                <a:moveTo>
                  <a:pt x="1288" y="0"/>
                </a:moveTo>
                <a:cubicBezTo>
                  <a:pt x="1296" y="13"/>
                  <a:pt x="1300" y="27"/>
                  <a:pt x="1300" y="43"/>
                </a:cubicBezTo>
                <a:cubicBezTo>
                  <a:pt x="1300" y="90"/>
                  <a:pt x="1262" y="128"/>
                  <a:pt x="1216" y="128"/>
                </a:cubicBezTo>
                <a:cubicBezTo>
                  <a:pt x="1170" y="128"/>
                  <a:pt x="1132" y="90"/>
                  <a:pt x="1132" y="43"/>
                </a:cubicBezTo>
                <a:cubicBezTo>
                  <a:pt x="1132" y="27"/>
                  <a:pt x="1137" y="13"/>
                  <a:pt x="1144" y="0"/>
                </a:cubicBezTo>
                <a:lnTo>
                  <a:pt x="366" y="0"/>
                </a:lnTo>
                <a:cubicBezTo>
                  <a:pt x="373" y="13"/>
                  <a:pt x="377" y="27"/>
                  <a:pt x="377" y="43"/>
                </a:cubicBezTo>
                <a:cubicBezTo>
                  <a:pt x="377" y="90"/>
                  <a:pt x="340" y="128"/>
                  <a:pt x="293" y="128"/>
                </a:cubicBezTo>
                <a:cubicBezTo>
                  <a:pt x="247" y="128"/>
                  <a:pt x="210" y="90"/>
                  <a:pt x="210" y="43"/>
                </a:cubicBezTo>
                <a:cubicBezTo>
                  <a:pt x="210" y="27"/>
                  <a:pt x="214" y="13"/>
                  <a:pt x="221" y="0"/>
                </a:cubicBezTo>
                <a:lnTo>
                  <a:pt x="84" y="0"/>
                </a:lnTo>
                <a:cubicBezTo>
                  <a:pt x="38" y="0"/>
                  <a:pt x="0" y="39"/>
                  <a:pt x="0" y="86"/>
                </a:cubicBezTo>
                <a:lnTo>
                  <a:pt x="0" y="556"/>
                </a:lnTo>
                <a:lnTo>
                  <a:pt x="1509" y="556"/>
                </a:lnTo>
                <a:lnTo>
                  <a:pt x="1509" y="86"/>
                </a:lnTo>
                <a:cubicBezTo>
                  <a:pt x="1509" y="39"/>
                  <a:pt x="1472" y="0"/>
                  <a:pt x="1426" y="0"/>
                </a:cubicBezTo>
                <a:lnTo>
                  <a:pt x="1288" y="0"/>
                </a:lnTo>
                <a:close/>
              </a:path>
            </a:pathLst>
          </a:custGeom>
          <a:solidFill>
            <a:srgbClr val="DD2F45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フリーフォーム: 図形 438"/>
          <p:cNvSpPr/>
          <p:nvPr/>
        </p:nvSpPr>
        <p:spPr>
          <a:xfrm>
            <a:off x="2825280" y="2487240"/>
            <a:ext cx="234360" cy="112320"/>
          </a:xfrm>
          <a:custGeom>
            <a:avLst/>
            <a:gdLst/>
            <a:ahLst/>
            <a:cxnLst/>
            <a:rect l="0" t="0" r="r" b="b"/>
            <a:pathLst>
              <a:path w="651" h="312">
                <a:moveTo>
                  <a:pt x="483" y="34"/>
                </a:moveTo>
                <a:cubicBezTo>
                  <a:pt x="483" y="12"/>
                  <a:pt x="497" y="0"/>
                  <a:pt x="515" y="0"/>
                </a:cubicBezTo>
                <a:cubicBezTo>
                  <a:pt x="533" y="0"/>
                  <a:pt x="546" y="12"/>
                  <a:pt x="546" y="34"/>
                </a:cubicBezTo>
                <a:lnTo>
                  <a:pt x="546" y="248"/>
                </a:lnTo>
                <a:lnTo>
                  <a:pt x="621" y="248"/>
                </a:lnTo>
                <a:cubicBezTo>
                  <a:pt x="642" y="248"/>
                  <a:pt x="651" y="265"/>
                  <a:pt x="651" y="279"/>
                </a:cubicBezTo>
                <a:cubicBezTo>
                  <a:pt x="650" y="293"/>
                  <a:pt x="639" y="307"/>
                  <a:pt x="621" y="307"/>
                </a:cubicBezTo>
                <a:lnTo>
                  <a:pt x="516" y="307"/>
                </a:lnTo>
                <a:cubicBezTo>
                  <a:pt x="496" y="307"/>
                  <a:pt x="483" y="294"/>
                  <a:pt x="483" y="272"/>
                </a:cubicBezTo>
                <a:lnTo>
                  <a:pt x="483" y="34"/>
                </a:lnTo>
                <a:moveTo>
                  <a:pt x="193" y="34"/>
                </a:moveTo>
                <a:cubicBezTo>
                  <a:pt x="193" y="12"/>
                  <a:pt x="206" y="0"/>
                  <a:pt x="224" y="0"/>
                </a:cubicBezTo>
                <a:cubicBezTo>
                  <a:pt x="242" y="0"/>
                  <a:pt x="256" y="12"/>
                  <a:pt x="256" y="34"/>
                </a:cubicBezTo>
                <a:lnTo>
                  <a:pt x="256" y="183"/>
                </a:lnTo>
                <a:cubicBezTo>
                  <a:pt x="256" y="223"/>
                  <a:pt x="282" y="254"/>
                  <a:pt x="321" y="254"/>
                </a:cubicBezTo>
                <a:cubicBezTo>
                  <a:pt x="359" y="254"/>
                  <a:pt x="385" y="221"/>
                  <a:pt x="385" y="183"/>
                </a:cubicBezTo>
                <a:lnTo>
                  <a:pt x="385" y="34"/>
                </a:lnTo>
                <a:cubicBezTo>
                  <a:pt x="385" y="12"/>
                  <a:pt x="399" y="0"/>
                  <a:pt x="417" y="0"/>
                </a:cubicBezTo>
                <a:cubicBezTo>
                  <a:pt x="435" y="0"/>
                  <a:pt x="448" y="12"/>
                  <a:pt x="448" y="34"/>
                </a:cubicBezTo>
                <a:lnTo>
                  <a:pt x="448" y="187"/>
                </a:lnTo>
                <a:cubicBezTo>
                  <a:pt x="448" y="258"/>
                  <a:pt x="390" y="312"/>
                  <a:pt x="321" y="312"/>
                </a:cubicBezTo>
                <a:cubicBezTo>
                  <a:pt x="250" y="312"/>
                  <a:pt x="193" y="259"/>
                  <a:pt x="193" y="187"/>
                </a:cubicBezTo>
                <a:lnTo>
                  <a:pt x="193" y="34"/>
                </a:lnTo>
                <a:moveTo>
                  <a:pt x="160" y="222"/>
                </a:moveTo>
                <a:cubicBezTo>
                  <a:pt x="160" y="294"/>
                  <a:pt x="115" y="312"/>
                  <a:pt x="77" y="312"/>
                </a:cubicBezTo>
                <a:cubicBezTo>
                  <a:pt x="48" y="312"/>
                  <a:pt x="0" y="301"/>
                  <a:pt x="0" y="264"/>
                </a:cubicBezTo>
                <a:cubicBezTo>
                  <a:pt x="0" y="252"/>
                  <a:pt x="10" y="238"/>
                  <a:pt x="24" y="238"/>
                </a:cubicBezTo>
                <a:cubicBezTo>
                  <a:pt x="41" y="238"/>
                  <a:pt x="55" y="254"/>
                  <a:pt x="74" y="254"/>
                </a:cubicBezTo>
                <a:cubicBezTo>
                  <a:pt x="97" y="254"/>
                  <a:pt x="97" y="231"/>
                  <a:pt x="97" y="218"/>
                </a:cubicBezTo>
                <a:lnTo>
                  <a:pt x="97" y="34"/>
                </a:lnTo>
                <a:cubicBezTo>
                  <a:pt x="97" y="12"/>
                  <a:pt x="111" y="0"/>
                  <a:pt x="129" y="0"/>
                </a:cubicBezTo>
                <a:cubicBezTo>
                  <a:pt x="147" y="0"/>
                  <a:pt x="160" y="12"/>
                  <a:pt x="160" y="34"/>
                </a:cubicBezTo>
                <a:lnTo>
                  <a:pt x="160" y="222"/>
                </a:lnTo>
                <a:close/>
              </a:path>
            </a:pathLst>
          </a:custGeom>
          <a:solidFill>
            <a:srgbClr val="F5F8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フリーフォーム: 図形 439"/>
          <p:cNvSpPr/>
          <p:nvPr/>
        </p:nvSpPr>
        <p:spPr>
          <a:xfrm>
            <a:off x="3147120" y="2520720"/>
            <a:ext cx="166320" cy="77040"/>
          </a:xfrm>
          <a:custGeom>
            <a:avLst/>
            <a:gdLst/>
            <a:ahLst/>
            <a:cxnLst/>
            <a:rect l="0" t="0" r="r" b="b"/>
            <a:pathLst>
              <a:path w="462" h="214">
                <a:moveTo>
                  <a:pt x="420" y="214"/>
                </a:moveTo>
                <a:cubicBezTo>
                  <a:pt x="443" y="214"/>
                  <a:pt x="462" y="195"/>
                  <a:pt x="462" y="172"/>
                </a:cubicBezTo>
                <a:cubicBezTo>
                  <a:pt x="462" y="148"/>
                  <a:pt x="443" y="128"/>
                  <a:pt x="420" y="128"/>
                </a:cubicBezTo>
                <a:cubicBezTo>
                  <a:pt x="397" y="128"/>
                  <a:pt x="378" y="148"/>
                  <a:pt x="378" y="172"/>
                </a:cubicBezTo>
                <a:cubicBezTo>
                  <a:pt x="378" y="195"/>
                  <a:pt x="397" y="214"/>
                  <a:pt x="420" y="214"/>
                </a:cubicBezTo>
                <a:moveTo>
                  <a:pt x="420" y="85"/>
                </a:moveTo>
                <a:cubicBezTo>
                  <a:pt x="443" y="85"/>
                  <a:pt x="462" y="66"/>
                  <a:pt x="462" y="43"/>
                </a:cubicBezTo>
                <a:cubicBezTo>
                  <a:pt x="462" y="19"/>
                  <a:pt x="443" y="0"/>
                  <a:pt x="420" y="0"/>
                </a:cubicBezTo>
                <a:cubicBezTo>
                  <a:pt x="397" y="0"/>
                  <a:pt x="378" y="19"/>
                  <a:pt x="378" y="43"/>
                </a:cubicBezTo>
                <a:cubicBezTo>
                  <a:pt x="378" y="66"/>
                  <a:pt x="397" y="85"/>
                  <a:pt x="420" y="85"/>
                </a:cubicBezTo>
                <a:moveTo>
                  <a:pt x="294" y="214"/>
                </a:moveTo>
                <a:cubicBezTo>
                  <a:pt x="317" y="214"/>
                  <a:pt x="336" y="195"/>
                  <a:pt x="336" y="172"/>
                </a:cubicBezTo>
                <a:cubicBezTo>
                  <a:pt x="336" y="148"/>
                  <a:pt x="317" y="128"/>
                  <a:pt x="294" y="128"/>
                </a:cubicBezTo>
                <a:cubicBezTo>
                  <a:pt x="271" y="128"/>
                  <a:pt x="252" y="148"/>
                  <a:pt x="252" y="172"/>
                </a:cubicBezTo>
                <a:cubicBezTo>
                  <a:pt x="252" y="195"/>
                  <a:pt x="271" y="214"/>
                  <a:pt x="294" y="214"/>
                </a:cubicBezTo>
                <a:moveTo>
                  <a:pt x="294" y="85"/>
                </a:moveTo>
                <a:cubicBezTo>
                  <a:pt x="317" y="85"/>
                  <a:pt x="336" y="66"/>
                  <a:pt x="336" y="43"/>
                </a:cubicBezTo>
                <a:cubicBezTo>
                  <a:pt x="336" y="19"/>
                  <a:pt x="317" y="0"/>
                  <a:pt x="294" y="0"/>
                </a:cubicBezTo>
                <a:cubicBezTo>
                  <a:pt x="271" y="0"/>
                  <a:pt x="252" y="19"/>
                  <a:pt x="252" y="43"/>
                </a:cubicBezTo>
                <a:cubicBezTo>
                  <a:pt x="252" y="66"/>
                  <a:pt x="271" y="85"/>
                  <a:pt x="294" y="85"/>
                </a:cubicBezTo>
                <a:moveTo>
                  <a:pt x="167" y="214"/>
                </a:moveTo>
                <a:cubicBezTo>
                  <a:pt x="191" y="214"/>
                  <a:pt x="209" y="195"/>
                  <a:pt x="209" y="172"/>
                </a:cubicBezTo>
                <a:cubicBezTo>
                  <a:pt x="209" y="148"/>
                  <a:pt x="191" y="128"/>
                  <a:pt x="167" y="128"/>
                </a:cubicBezTo>
                <a:cubicBezTo>
                  <a:pt x="144" y="128"/>
                  <a:pt x="125" y="148"/>
                  <a:pt x="125" y="172"/>
                </a:cubicBezTo>
                <a:cubicBezTo>
                  <a:pt x="125" y="195"/>
                  <a:pt x="144" y="214"/>
                  <a:pt x="167" y="214"/>
                </a:cubicBezTo>
                <a:moveTo>
                  <a:pt x="167" y="85"/>
                </a:moveTo>
                <a:cubicBezTo>
                  <a:pt x="191" y="85"/>
                  <a:pt x="209" y="66"/>
                  <a:pt x="209" y="43"/>
                </a:cubicBezTo>
                <a:cubicBezTo>
                  <a:pt x="209" y="19"/>
                  <a:pt x="191" y="0"/>
                  <a:pt x="167" y="0"/>
                </a:cubicBezTo>
                <a:cubicBezTo>
                  <a:pt x="144" y="0"/>
                  <a:pt x="125" y="19"/>
                  <a:pt x="125" y="43"/>
                </a:cubicBezTo>
                <a:cubicBezTo>
                  <a:pt x="125" y="66"/>
                  <a:pt x="144" y="85"/>
                  <a:pt x="167" y="85"/>
                </a:cubicBezTo>
                <a:moveTo>
                  <a:pt x="42" y="85"/>
                </a:moveTo>
                <a:cubicBezTo>
                  <a:pt x="65" y="85"/>
                  <a:pt x="84" y="66"/>
                  <a:pt x="84" y="43"/>
                </a:cubicBezTo>
                <a:cubicBezTo>
                  <a:pt x="84" y="19"/>
                  <a:pt x="65" y="0"/>
                  <a:pt x="42" y="0"/>
                </a:cubicBezTo>
                <a:cubicBezTo>
                  <a:pt x="18" y="0"/>
                  <a:pt x="0" y="19"/>
                  <a:pt x="0" y="43"/>
                </a:cubicBezTo>
                <a:cubicBezTo>
                  <a:pt x="0" y="66"/>
                  <a:pt x="18" y="85"/>
                  <a:pt x="42" y="85"/>
                </a:cubicBezTo>
                <a:moveTo>
                  <a:pt x="42" y="214"/>
                </a:moveTo>
                <a:cubicBezTo>
                  <a:pt x="65" y="214"/>
                  <a:pt x="84" y="195"/>
                  <a:pt x="84" y="172"/>
                </a:cubicBezTo>
                <a:cubicBezTo>
                  <a:pt x="84" y="148"/>
                  <a:pt x="65" y="128"/>
                  <a:pt x="42" y="128"/>
                </a:cubicBezTo>
                <a:cubicBezTo>
                  <a:pt x="18" y="128"/>
                  <a:pt x="0" y="148"/>
                  <a:pt x="0" y="172"/>
                </a:cubicBezTo>
                <a:cubicBezTo>
                  <a:pt x="0" y="195"/>
                  <a:pt x="18" y="214"/>
                  <a:pt x="42" y="214"/>
                </a:cubicBezTo>
                <a:close/>
              </a:path>
            </a:pathLst>
          </a:custGeom>
          <a:solidFill>
            <a:srgbClr val="F4ABB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テキスト ボックス 440"/>
          <p:cNvSpPr txBox="1"/>
          <p:nvPr/>
        </p:nvSpPr>
        <p:spPr>
          <a:xfrm>
            <a:off x="4700520" y="1130400"/>
            <a:ext cx="27439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次回予告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テキスト ボックス 441"/>
          <p:cNvSpPr txBox="1"/>
          <p:nvPr/>
        </p:nvSpPr>
        <p:spPr>
          <a:xfrm>
            <a:off x="3374640" y="2342520"/>
            <a:ext cx="6835204" cy="6647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2026/1/</a:t>
            </a:r>
            <a:r>
              <a:rPr lang="ja-JP" altLang="en-US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９</a:t>
            </a:r>
            <a:r>
              <a:rPr lang="en-US" alt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(</a:t>
            </a:r>
            <a:r>
              <a:rPr lang="ja-JP" altLang="en-US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金</a:t>
            </a:r>
            <a:r>
              <a:rPr lang="en-US" alt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)</a:t>
            </a:r>
            <a:r>
              <a:rPr lang="en-US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 14:00</a:t>
            </a:r>
            <a:r>
              <a:rPr lang="ja-JP" sz="4320" b="1" u="none" strike="noStrike" dirty="0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〜</a:t>
            </a:r>
            <a:endParaRPr lang="en-US" sz="43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テキスト ボックス 442"/>
          <p:cNvSpPr txBox="1"/>
          <p:nvPr/>
        </p:nvSpPr>
        <p:spPr>
          <a:xfrm>
            <a:off x="3967200" y="3446640"/>
            <a:ext cx="411552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次回の内容は調整中です︕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テキスト ボックス 444"/>
          <p:cNvSpPr txBox="1"/>
          <p:nvPr/>
        </p:nvSpPr>
        <p:spPr>
          <a:xfrm>
            <a:off x="929160" y="4246560"/>
            <a:ext cx="10598040" cy="5155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最新情報は 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YouTube 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チャンネル・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X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（旧</a:t>
            </a:r>
            <a:r>
              <a:rPr lang="en-US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Twitter</a:t>
            </a:r>
            <a:r>
              <a:rPr lang="ja-JP" sz="270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）でお知らせ︕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テキスト ボックス 448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16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37B020F-A546-FA98-5FCC-65CC1B9368BD}"/>
              </a:ext>
            </a:extLst>
          </p:cNvPr>
          <p:cNvSpPr txBox="1"/>
          <p:nvPr/>
        </p:nvSpPr>
        <p:spPr>
          <a:xfrm>
            <a:off x="1015064" y="4726047"/>
            <a:ext cx="9121713" cy="41549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spAutoFit/>
          </a:bodyPr>
          <a:lstStyle/>
          <a:p>
            <a:r>
              <a:rPr lang="en-US" sz="2700" b="0" u="none" strike="noStrike" dirty="0">
                <a:solidFill>
                  <a:srgbClr val="0288D1"/>
                </a:solidFill>
                <a:effectLst/>
                <a:uFillTx/>
                <a:latin typeface="Meiryo"/>
                <a:ea typeface="Meiryo"/>
                <a:hlinkClick r:id="rId2"/>
              </a:rPr>
              <a:t>https://www.youtube.com/@hccjp.</a:t>
            </a:r>
            <a:endParaRPr lang="en-US" sz="2700" b="0" u="none" strike="noStrike" dirty="0">
              <a:solidFill>
                <a:srgbClr val="0288D1"/>
              </a:solidFill>
              <a:effectLst/>
              <a:uFillTx/>
              <a:latin typeface="Meiryo"/>
              <a:ea typeface="Meiry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フリーフォーム: 図形 44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フリーフォーム: 図形 45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フリーフォーム: 図形 451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53" name="図 452"/>
          <p:cNvPicPr/>
          <p:nvPr/>
        </p:nvPicPr>
        <p:blipFill>
          <a:blip r:embed="rId2"/>
          <a:stretch/>
        </p:blipFill>
        <p:spPr>
          <a:xfrm>
            <a:off x="304920" y="2133720"/>
            <a:ext cx="2800080" cy="2590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4" name="テキスト ボックス 453"/>
          <p:cNvSpPr txBox="1"/>
          <p:nvPr/>
        </p:nvSpPr>
        <p:spPr>
          <a:xfrm>
            <a:off x="4314240" y="1940040"/>
            <a:ext cx="6858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ご参加ありがとうござ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テキスト ボックス 454"/>
          <p:cNvSpPr txBox="1"/>
          <p:nvPr/>
        </p:nvSpPr>
        <p:spPr>
          <a:xfrm>
            <a:off x="6058440" y="2863800"/>
            <a:ext cx="3429720" cy="1029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540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いました︕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テキスト ボックス 455"/>
          <p:cNvSpPr txBox="1"/>
          <p:nvPr/>
        </p:nvSpPr>
        <p:spPr>
          <a:xfrm>
            <a:off x="4159080" y="4076280"/>
            <a:ext cx="7133040" cy="823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ja-JP" sz="4320" b="1" u="none" strike="noStrike">
                <a:solidFill>
                  <a:srgbClr val="0078D4"/>
                </a:solidFill>
                <a:effectLst/>
                <a:uFillTx/>
                <a:latin typeface="Meiryo"/>
                <a:ea typeface="Meiryo"/>
              </a:rPr>
              <a:t>また次回お会いしましょう︕</a:t>
            </a:r>
            <a:endParaRPr lang="en-US" sz="43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テキスト ボックス 456"/>
          <p:cNvSpPr txBox="1"/>
          <p:nvPr/>
        </p:nvSpPr>
        <p:spPr>
          <a:xfrm>
            <a:off x="11589120" y="6319440"/>
            <a:ext cx="341640" cy="411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60" b="0" u="none" strike="noStrike">
                <a:solidFill>
                  <a:srgbClr val="455A64"/>
                </a:solidFill>
                <a:effectLst/>
                <a:uFillTx/>
                <a:latin typeface="Meiryo"/>
                <a:ea typeface="Meiryo"/>
              </a:rPr>
              <a:t>17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</TotalTime>
  <Words>546</Words>
  <Application>Microsoft Office PowerPoint</Application>
  <PresentationFormat>ワイド画面</PresentationFormat>
  <Paragraphs>139</Paragraphs>
  <Slides>16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Meiryo</vt:lpstr>
      <vt:lpstr>Aptos</vt:lpstr>
      <vt:lpstr>Arial</vt:lpstr>
      <vt:lpstr>Symbol</vt:lpstr>
      <vt:lpstr>Times New Roman</vt:lpstr>
      <vt:lpstr>Wingdings</vt:lpstr>
      <vt:lpstr>Office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Ebisuda Masahiko</cp:lastModifiedBy>
  <cp:revision>2</cp:revision>
  <dcterms:modified xsi:type="dcterms:W3CDTF">2025-12-12T07:07:04Z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