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hccjp.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hccjp.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リーフォーム: 図形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フリーフォーム: 図形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フリーフォーム: 図形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図 8"/>
          <p:cNvPicPr/>
          <p:nvPr/>
        </p:nvPicPr>
        <p:blipFill>
          <a:blip r:embed="rId2"/>
          <a:stretch/>
        </p:blipFill>
        <p:spPr>
          <a:xfrm>
            <a:off x="8896320" y="2076480"/>
            <a:ext cx="2923920" cy="270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テキスト ボックス 9"/>
          <p:cNvSpPr txBox="1"/>
          <p:nvPr/>
        </p:nvSpPr>
        <p:spPr>
          <a:xfrm>
            <a:off x="739800" y="1625760"/>
            <a:ext cx="751716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HCCJP </a:t>
            </a:r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第</a:t>
            </a:r>
            <a:r>
              <a:rPr lang="en-US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67</a:t>
            </a:r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回勉強会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673053" y="2837880"/>
            <a:ext cx="7418004" cy="66479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ja-JP" sz="43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ハイブリッドクラウド研究</a:t>
            </a:r>
            <a:r>
              <a:rPr lang="ja-JP" altLang="en-US" sz="4320" b="1" dirty="0">
                <a:solidFill>
                  <a:srgbClr val="0078D4"/>
                </a:solidFill>
                <a:latin typeface="Meiryo"/>
                <a:ea typeface="Meiryo"/>
              </a:rPr>
              <a:t>会</a:t>
            </a:r>
            <a:endParaRPr lang="en-US" sz="4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308960" y="4675320"/>
            <a:ext cx="638784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2025</a:t>
            </a:r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年</a:t>
            </a:r>
            <a:r>
              <a:rPr lang="en-US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11</a:t>
            </a:r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⽉</a:t>
            </a:r>
            <a:r>
              <a:rPr lang="en-US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</a:t>
            </a:r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⽇（⾦）</a:t>
            </a:r>
            <a:r>
              <a:rPr lang="en-US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14:00</a:t>
            </a:r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開始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フリーフォーム: 図形 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フリーフォーム: 図形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フリーフォーム: 図形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666720" y="618480"/>
            <a:ext cx="32925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本⽇のテーマ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666720" y="1605600"/>
            <a:ext cx="7600320" cy="721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に依存しないクラスタの世界へ</a:t>
            </a:r>
            <a:endParaRPr lang="en-US" sz="3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666720" y="2253240"/>
            <a:ext cx="9023400" cy="721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̶̶On-Prem</a:t>
            </a:r>
            <a:r>
              <a:rPr lang="ja-JP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から</a:t>
            </a:r>
            <a:r>
              <a:rPr lang="en-US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Azure Local</a:t>
            </a:r>
            <a:r>
              <a:rPr lang="ja-JP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まで</a:t>
            </a:r>
            <a:endParaRPr lang="en-US" sz="3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フリーフォーム: 図形 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フリーフォーム: 図形 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フリーフォーム: 図形 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" name="図 24"/>
          <p:cNvPicPr/>
          <p:nvPr/>
        </p:nvPicPr>
        <p:blipFill>
          <a:blip r:embed="rId2"/>
          <a:stretch/>
        </p:blipFill>
        <p:spPr>
          <a:xfrm>
            <a:off x="8896320" y="2076480"/>
            <a:ext cx="2923920" cy="270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テキスト ボックス 25"/>
          <p:cNvSpPr txBox="1"/>
          <p:nvPr/>
        </p:nvSpPr>
        <p:spPr>
          <a:xfrm>
            <a:off x="2174040" y="180684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オープニング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2962440" y="3103560"/>
            <a:ext cx="251496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司会︓胡⽥ 昌彦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606320" y="3570480"/>
            <a:ext cx="51444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⽇本ビジネスシステムズ株式会社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700200" y="4037040"/>
            <a:ext cx="667584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Microsoft MVP for Cloud and Datacenter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1608120" y="4494240"/>
            <a:ext cx="499068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Management, Microsoft Azure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3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フリーフォーム: 図形 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フリーフォーム: 図形 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フリーフォーム: 図形 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フリーフォーム: 図形 34"/>
          <p:cNvSpPr/>
          <p:nvPr/>
        </p:nvSpPr>
        <p:spPr>
          <a:xfrm>
            <a:off x="676080" y="1209600"/>
            <a:ext cx="705240" cy="314640"/>
          </a:xfrm>
          <a:custGeom>
            <a:avLst/>
            <a:gdLst/>
            <a:ahLst/>
            <a:cxnLst/>
            <a:rect l="0" t="0" r="r" b="b"/>
            <a:pathLst>
              <a:path w="1959" h="874">
                <a:moveTo>
                  <a:pt x="0" y="0"/>
                </a:moveTo>
                <a:lnTo>
                  <a:pt x="1959" y="0"/>
                </a:lnTo>
                <a:lnTo>
                  <a:pt x="1959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フリーフォーム: 図形 35"/>
          <p:cNvSpPr/>
          <p:nvPr/>
        </p:nvSpPr>
        <p:spPr>
          <a:xfrm>
            <a:off x="1380960" y="1209600"/>
            <a:ext cx="562320" cy="314640"/>
          </a:xfrm>
          <a:custGeom>
            <a:avLst/>
            <a:gdLst/>
            <a:ahLst/>
            <a:cxnLst/>
            <a:rect l="0" t="0" r="r" b="b"/>
            <a:pathLst>
              <a:path w="1562" h="874">
                <a:moveTo>
                  <a:pt x="0" y="0"/>
                </a:moveTo>
                <a:lnTo>
                  <a:pt x="1562" y="0"/>
                </a:lnTo>
                <a:lnTo>
                  <a:pt x="156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フリーフォーム: 図形 36"/>
          <p:cNvSpPr/>
          <p:nvPr/>
        </p:nvSpPr>
        <p:spPr>
          <a:xfrm>
            <a:off x="1942920" y="1209600"/>
            <a:ext cx="3524760" cy="314640"/>
          </a:xfrm>
          <a:custGeom>
            <a:avLst/>
            <a:gdLst/>
            <a:ahLst/>
            <a:cxnLst/>
            <a:rect l="0" t="0" r="r" b="b"/>
            <a:pathLst>
              <a:path w="9791" h="874">
                <a:moveTo>
                  <a:pt x="0" y="0"/>
                </a:moveTo>
                <a:lnTo>
                  <a:pt x="9791" y="0"/>
                </a:lnTo>
                <a:lnTo>
                  <a:pt x="9791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フリーフォーム: 図形 37"/>
          <p:cNvSpPr/>
          <p:nvPr/>
        </p:nvSpPr>
        <p:spPr>
          <a:xfrm>
            <a:off x="5467320" y="1209600"/>
            <a:ext cx="4896000" cy="314640"/>
          </a:xfrm>
          <a:custGeom>
            <a:avLst/>
            <a:gdLst/>
            <a:ahLst/>
            <a:cxnLst/>
            <a:rect l="0" t="0" r="r" b="b"/>
            <a:pathLst>
              <a:path w="13600" h="874">
                <a:moveTo>
                  <a:pt x="0" y="0"/>
                </a:moveTo>
                <a:lnTo>
                  <a:pt x="13600" y="0"/>
                </a:lnTo>
                <a:lnTo>
                  <a:pt x="1360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フリーフォーム: 図形 38"/>
          <p:cNvSpPr/>
          <p:nvPr/>
        </p:nvSpPr>
        <p:spPr>
          <a:xfrm>
            <a:off x="676080" y="1523880"/>
            <a:ext cx="705240" cy="304920"/>
          </a:xfrm>
          <a:custGeom>
            <a:avLst/>
            <a:gdLst/>
            <a:ahLst/>
            <a:cxnLst/>
            <a:rect l="0" t="0" r="r" b="b"/>
            <a:pathLst>
              <a:path w="1959" h="847">
                <a:moveTo>
                  <a:pt x="0" y="0"/>
                </a:moveTo>
                <a:lnTo>
                  <a:pt x="1959" y="0"/>
                </a:lnTo>
                <a:lnTo>
                  <a:pt x="1959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フリーフォーム: 図形 39"/>
          <p:cNvSpPr/>
          <p:nvPr/>
        </p:nvSpPr>
        <p:spPr>
          <a:xfrm>
            <a:off x="1380960" y="1523880"/>
            <a:ext cx="562320" cy="304920"/>
          </a:xfrm>
          <a:custGeom>
            <a:avLst/>
            <a:gdLst/>
            <a:ahLst/>
            <a:cxnLst/>
            <a:rect l="0" t="0" r="r" b="b"/>
            <a:pathLst>
              <a:path w="1562" h="847">
                <a:moveTo>
                  <a:pt x="0" y="0"/>
                </a:moveTo>
                <a:lnTo>
                  <a:pt x="1562" y="0"/>
                </a:lnTo>
                <a:lnTo>
                  <a:pt x="1562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フリーフォーム: 図形 40"/>
          <p:cNvSpPr/>
          <p:nvPr/>
        </p:nvSpPr>
        <p:spPr>
          <a:xfrm>
            <a:off x="1942920" y="1523880"/>
            <a:ext cx="3524760" cy="304920"/>
          </a:xfrm>
          <a:custGeom>
            <a:avLst/>
            <a:gdLst/>
            <a:ahLst/>
            <a:cxnLst/>
            <a:rect l="0" t="0" r="r" b="b"/>
            <a:pathLst>
              <a:path w="9791" h="847">
                <a:moveTo>
                  <a:pt x="0" y="0"/>
                </a:moveTo>
                <a:lnTo>
                  <a:pt x="9791" y="0"/>
                </a:lnTo>
                <a:lnTo>
                  <a:pt x="9791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フリーフォーム: 図形 41"/>
          <p:cNvSpPr/>
          <p:nvPr/>
        </p:nvSpPr>
        <p:spPr>
          <a:xfrm>
            <a:off x="5467320" y="1523880"/>
            <a:ext cx="4896000" cy="304920"/>
          </a:xfrm>
          <a:custGeom>
            <a:avLst/>
            <a:gdLst/>
            <a:ahLst/>
            <a:cxnLst/>
            <a:rect l="0" t="0" r="r" b="b"/>
            <a:pathLst>
              <a:path w="13600" h="847">
                <a:moveTo>
                  <a:pt x="0" y="0"/>
                </a:moveTo>
                <a:lnTo>
                  <a:pt x="13600" y="0"/>
                </a:lnTo>
                <a:lnTo>
                  <a:pt x="1360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フリーフォーム: 図形 42"/>
          <p:cNvSpPr/>
          <p:nvPr/>
        </p:nvSpPr>
        <p:spPr>
          <a:xfrm>
            <a:off x="676080" y="2143080"/>
            <a:ext cx="705240" cy="304920"/>
          </a:xfrm>
          <a:custGeom>
            <a:avLst/>
            <a:gdLst/>
            <a:ahLst/>
            <a:cxnLst/>
            <a:rect l="0" t="0" r="r" b="b"/>
            <a:pathLst>
              <a:path w="1959" h="847">
                <a:moveTo>
                  <a:pt x="0" y="0"/>
                </a:moveTo>
                <a:lnTo>
                  <a:pt x="1959" y="0"/>
                </a:lnTo>
                <a:lnTo>
                  <a:pt x="1959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フリーフォーム: 図形 43"/>
          <p:cNvSpPr/>
          <p:nvPr/>
        </p:nvSpPr>
        <p:spPr>
          <a:xfrm>
            <a:off x="1380960" y="2143080"/>
            <a:ext cx="562320" cy="304920"/>
          </a:xfrm>
          <a:custGeom>
            <a:avLst/>
            <a:gdLst/>
            <a:ahLst/>
            <a:cxnLst/>
            <a:rect l="0" t="0" r="r" b="b"/>
            <a:pathLst>
              <a:path w="1562" h="847">
                <a:moveTo>
                  <a:pt x="0" y="0"/>
                </a:moveTo>
                <a:lnTo>
                  <a:pt x="1562" y="0"/>
                </a:lnTo>
                <a:lnTo>
                  <a:pt x="1562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フリーフォーム: 図形 44"/>
          <p:cNvSpPr/>
          <p:nvPr/>
        </p:nvSpPr>
        <p:spPr>
          <a:xfrm>
            <a:off x="1942920" y="2143080"/>
            <a:ext cx="3524760" cy="304920"/>
          </a:xfrm>
          <a:custGeom>
            <a:avLst/>
            <a:gdLst/>
            <a:ahLst/>
            <a:cxnLst/>
            <a:rect l="0" t="0" r="r" b="b"/>
            <a:pathLst>
              <a:path w="9791" h="847">
                <a:moveTo>
                  <a:pt x="0" y="0"/>
                </a:moveTo>
                <a:lnTo>
                  <a:pt x="9791" y="0"/>
                </a:lnTo>
                <a:lnTo>
                  <a:pt x="9791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フリーフォーム: 図形 45"/>
          <p:cNvSpPr/>
          <p:nvPr/>
        </p:nvSpPr>
        <p:spPr>
          <a:xfrm>
            <a:off x="5467320" y="2143080"/>
            <a:ext cx="4896000" cy="304920"/>
          </a:xfrm>
          <a:custGeom>
            <a:avLst/>
            <a:gdLst/>
            <a:ahLst/>
            <a:cxnLst/>
            <a:rect l="0" t="0" r="r" b="b"/>
            <a:pathLst>
              <a:path w="13600" h="847">
                <a:moveTo>
                  <a:pt x="0" y="0"/>
                </a:moveTo>
                <a:lnTo>
                  <a:pt x="13600" y="0"/>
                </a:lnTo>
                <a:lnTo>
                  <a:pt x="1360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フリーフォーム: 図形 46"/>
          <p:cNvSpPr/>
          <p:nvPr/>
        </p:nvSpPr>
        <p:spPr>
          <a:xfrm>
            <a:off x="676080" y="2990520"/>
            <a:ext cx="705240" cy="315000"/>
          </a:xfrm>
          <a:custGeom>
            <a:avLst/>
            <a:gdLst/>
            <a:ahLst/>
            <a:cxnLst/>
            <a:rect l="0" t="0" r="r" b="b"/>
            <a:pathLst>
              <a:path w="1959" h="875">
                <a:moveTo>
                  <a:pt x="0" y="0"/>
                </a:moveTo>
                <a:lnTo>
                  <a:pt x="1959" y="0"/>
                </a:lnTo>
                <a:lnTo>
                  <a:pt x="1959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フリーフォーム: 図形 47"/>
          <p:cNvSpPr/>
          <p:nvPr/>
        </p:nvSpPr>
        <p:spPr>
          <a:xfrm>
            <a:off x="1380960" y="2990520"/>
            <a:ext cx="562320" cy="315000"/>
          </a:xfrm>
          <a:custGeom>
            <a:avLst/>
            <a:gdLst/>
            <a:ahLst/>
            <a:cxnLst/>
            <a:rect l="0" t="0" r="r" b="b"/>
            <a:pathLst>
              <a:path w="1562" h="875">
                <a:moveTo>
                  <a:pt x="0" y="0"/>
                </a:moveTo>
                <a:lnTo>
                  <a:pt x="1562" y="0"/>
                </a:lnTo>
                <a:lnTo>
                  <a:pt x="1562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フリーフォーム: 図形 48"/>
          <p:cNvSpPr/>
          <p:nvPr/>
        </p:nvSpPr>
        <p:spPr>
          <a:xfrm>
            <a:off x="1942920" y="2990520"/>
            <a:ext cx="3524760" cy="315000"/>
          </a:xfrm>
          <a:custGeom>
            <a:avLst/>
            <a:gdLst/>
            <a:ahLst/>
            <a:cxnLst/>
            <a:rect l="0" t="0" r="r" b="b"/>
            <a:pathLst>
              <a:path w="9791" h="875">
                <a:moveTo>
                  <a:pt x="0" y="0"/>
                </a:moveTo>
                <a:lnTo>
                  <a:pt x="9791" y="0"/>
                </a:lnTo>
                <a:lnTo>
                  <a:pt x="9791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フリーフォーム: 図形 49"/>
          <p:cNvSpPr/>
          <p:nvPr/>
        </p:nvSpPr>
        <p:spPr>
          <a:xfrm>
            <a:off x="5467320" y="2990520"/>
            <a:ext cx="4896000" cy="315000"/>
          </a:xfrm>
          <a:custGeom>
            <a:avLst/>
            <a:gdLst/>
            <a:ahLst/>
            <a:cxnLst/>
            <a:rect l="0" t="0" r="r" b="b"/>
            <a:pathLst>
              <a:path w="13600" h="875">
                <a:moveTo>
                  <a:pt x="0" y="0"/>
                </a:moveTo>
                <a:lnTo>
                  <a:pt x="13600" y="0"/>
                </a:lnTo>
                <a:lnTo>
                  <a:pt x="13600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フリーフォーム: 図形 50"/>
          <p:cNvSpPr/>
          <p:nvPr/>
        </p:nvSpPr>
        <p:spPr>
          <a:xfrm>
            <a:off x="666720" y="120960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フリーフォーム: 図形 51"/>
          <p:cNvSpPr/>
          <p:nvPr/>
        </p:nvSpPr>
        <p:spPr>
          <a:xfrm>
            <a:off x="666720" y="1209600"/>
            <a:ext cx="714600" cy="9720"/>
          </a:xfrm>
          <a:custGeom>
            <a:avLst/>
            <a:gdLst/>
            <a:ahLst/>
            <a:cxn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フリーフォーム: 図形 52"/>
          <p:cNvSpPr/>
          <p:nvPr/>
        </p:nvSpPr>
        <p:spPr>
          <a:xfrm>
            <a:off x="1371240" y="1209600"/>
            <a:ext cx="10080" cy="314640"/>
          </a:xfrm>
          <a:custGeom>
            <a:avLst/>
            <a:gdLst/>
            <a:ahLst/>
            <a:cxn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フリーフォーム: 図形 53"/>
          <p:cNvSpPr/>
          <p:nvPr/>
        </p:nvSpPr>
        <p:spPr>
          <a:xfrm>
            <a:off x="1380960" y="1209600"/>
            <a:ext cx="571680" cy="9720"/>
          </a:xfrm>
          <a:custGeom>
            <a:avLst/>
            <a:gdLst/>
            <a:ahLst/>
            <a:cxnLst/>
            <a:rect l="0" t="0" r="r" b="b"/>
            <a:pathLst>
              <a:path w="1588" h="27">
                <a:moveTo>
                  <a:pt x="0" y="0"/>
                </a:moveTo>
                <a:lnTo>
                  <a:pt x="1588" y="0"/>
                </a:lnTo>
                <a:lnTo>
                  <a:pt x="15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フリーフォーム: 図形 54"/>
          <p:cNvSpPr/>
          <p:nvPr/>
        </p:nvSpPr>
        <p:spPr>
          <a:xfrm>
            <a:off x="1942920" y="120960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フリーフォーム: 図形 55"/>
          <p:cNvSpPr/>
          <p:nvPr/>
        </p:nvSpPr>
        <p:spPr>
          <a:xfrm>
            <a:off x="1952280" y="1209600"/>
            <a:ext cx="3515400" cy="9720"/>
          </a:xfrm>
          <a:custGeom>
            <a:avLst/>
            <a:gdLst/>
            <a:ahLst/>
            <a:cxnLst/>
            <a:rect l="0" t="0" r="r" b="b"/>
            <a:pathLst>
              <a:path w="9765" h="27">
                <a:moveTo>
                  <a:pt x="0" y="0"/>
                </a:moveTo>
                <a:lnTo>
                  <a:pt x="9765" y="0"/>
                </a:lnTo>
                <a:lnTo>
                  <a:pt x="976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フリーフォーム: 図形 56"/>
          <p:cNvSpPr/>
          <p:nvPr/>
        </p:nvSpPr>
        <p:spPr>
          <a:xfrm>
            <a:off x="5457600" y="1209600"/>
            <a:ext cx="10080" cy="314640"/>
          </a:xfrm>
          <a:custGeom>
            <a:avLst/>
            <a:gdLst/>
            <a:ahLst/>
            <a:cxn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フリーフォーム: 図形 57"/>
          <p:cNvSpPr/>
          <p:nvPr/>
        </p:nvSpPr>
        <p:spPr>
          <a:xfrm>
            <a:off x="5467320" y="1209600"/>
            <a:ext cx="4896000" cy="9720"/>
          </a:xfrm>
          <a:custGeom>
            <a:avLst/>
            <a:gdLst/>
            <a:ahLst/>
            <a:cxnLst/>
            <a:rect l="0" t="0" r="r" b="b"/>
            <a:pathLst>
              <a:path w="13600" h="27">
                <a:moveTo>
                  <a:pt x="0" y="0"/>
                </a:moveTo>
                <a:lnTo>
                  <a:pt x="13600" y="0"/>
                </a:lnTo>
                <a:lnTo>
                  <a:pt x="1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フリーフォーム: 図形 58"/>
          <p:cNvSpPr/>
          <p:nvPr/>
        </p:nvSpPr>
        <p:spPr>
          <a:xfrm>
            <a:off x="10353600" y="120960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フリーフォーム: 図形 59"/>
          <p:cNvSpPr/>
          <p:nvPr/>
        </p:nvSpPr>
        <p:spPr>
          <a:xfrm>
            <a:off x="666720" y="1514160"/>
            <a:ext cx="714600" cy="10080"/>
          </a:xfrm>
          <a:custGeom>
            <a:avLst/>
            <a:gdLst/>
            <a:ahLst/>
            <a:cxn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フリーフォーム: 図形 60"/>
          <p:cNvSpPr/>
          <p:nvPr/>
        </p:nvSpPr>
        <p:spPr>
          <a:xfrm>
            <a:off x="1380960" y="1514160"/>
            <a:ext cx="571680" cy="10080"/>
          </a:xfrm>
          <a:custGeom>
            <a:avLst/>
            <a:gdLst/>
            <a:ahLst/>
            <a:cxnLst/>
            <a:rect l="0" t="0" r="r" b="b"/>
            <a:pathLst>
              <a:path w="1588" h="28">
                <a:moveTo>
                  <a:pt x="0" y="0"/>
                </a:moveTo>
                <a:lnTo>
                  <a:pt x="1588" y="0"/>
                </a:lnTo>
                <a:lnTo>
                  <a:pt x="15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フリーフォーム: 図形 61"/>
          <p:cNvSpPr/>
          <p:nvPr/>
        </p:nvSpPr>
        <p:spPr>
          <a:xfrm>
            <a:off x="1952280" y="1514160"/>
            <a:ext cx="3515400" cy="10080"/>
          </a:xfrm>
          <a:custGeom>
            <a:avLst/>
            <a:gdLst/>
            <a:ahLst/>
            <a:cxnLst/>
            <a:rect l="0" t="0" r="r" b="b"/>
            <a:pathLst>
              <a:path w="9765" h="28">
                <a:moveTo>
                  <a:pt x="0" y="0"/>
                </a:moveTo>
                <a:lnTo>
                  <a:pt x="9765" y="0"/>
                </a:lnTo>
                <a:lnTo>
                  <a:pt x="97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フリーフォーム: 図形 62"/>
          <p:cNvSpPr/>
          <p:nvPr/>
        </p:nvSpPr>
        <p:spPr>
          <a:xfrm>
            <a:off x="5467320" y="1514160"/>
            <a:ext cx="4896000" cy="10080"/>
          </a:xfrm>
          <a:custGeom>
            <a:avLst/>
            <a:gdLst/>
            <a:ahLst/>
            <a:cxnLst/>
            <a:rect l="0" t="0" r="r" b="b"/>
            <a:pathLst>
              <a:path w="13600" h="28">
                <a:moveTo>
                  <a:pt x="0" y="0"/>
                </a:moveTo>
                <a:lnTo>
                  <a:pt x="13600" y="0"/>
                </a:lnTo>
                <a:lnTo>
                  <a:pt x="1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フリーフォーム: 図形 63"/>
          <p:cNvSpPr/>
          <p:nvPr/>
        </p:nvSpPr>
        <p:spPr>
          <a:xfrm>
            <a:off x="666720" y="152388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フリーフォーム: 図形 64"/>
          <p:cNvSpPr/>
          <p:nvPr/>
        </p:nvSpPr>
        <p:spPr>
          <a:xfrm>
            <a:off x="1371240" y="1523880"/>
            <a:ext cx="10080" cy="314640"/>
          </a:xfrm>
          <a:custGeom>
            <a:avLst/>
            <a:gdLst/>
            <a:ahLst/>
            <a:cxn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フリーフォーム: 図形 65"/>
          <p:cNvSpPr/>
          <p:nvPr/>
        </p:nvSpPr>
        <p:spPr>
          <a:xfrm>
            <a:off x="1942920" y="152388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フリーフォーム: 図形 66"/>
          <p:cNvSpPr/>
          <p:nvPr/>
        </p:nvSpPr>
        <p:spPr>
          <a:xfrm>
            <a:off x="5457600" y="1523880"/>
            <a:ext cx="10080" cy="314640"/>
          </a:xfrm>
          <a:custGeom>
            <a:avLst/>
            <a:gdLst/>
            <a:ahLst/>
            <a:cxn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フリーフォーム: 図形 67"/>
          <p:cNvSpPr/>
          <p:nvPr/>
        </p:nvSpPr>
        <p:spPr>
          <a:xfrm>
            <a:off x="10353600" y="152388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フリーフォーム: 図形 68"/>
          <p:cNvSpPr/>
          <p:nvPr/>
        </p:nvSpPr>
        <p:spPr>
          <a:xfrm>
            <a:off x="666720" y="1838160"/>
            <a:ext cx="9720" cy="305280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フリーフォーム: 図形 69"/>
          <p:cNvSpPr/>
          <p:nvPr/>
        </p:nvSpPr>
        <p:spPr>
          <a:xfrm>
            <a:off x="666720" y="1828440"/>
            <a:ext cx="714600" cy="10080"/>
          </a:xfrm>
          <a:custGeom>
            <a:avLst/>
            <a:gdLst/>
            <a:ahLst/>
            <a:cxn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フリーフォーム: 図形 70"/>
          <p:cNvSpPr/>
          <p:nvPr/>
        </p:nvSpPr>
        <p:spPr>
          <a:xfrm>
            <a:off x="1371240" y="1838160"/>
            <a:ext cx="10080" cy="305280"/>
          </a:xfrm>
          <a:custGeom>
            <a:avLst/>
            <a:gdLst/>
            <a:ahLst/>
            <a:cxn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フリーフォーム: 図形 71"/>
          <p:cNvSpPr/>
          <p:nvPr/>
        </p:nvSpPr>
        <p:spPr>
          <a:xfrm>
            <a:off x="1380960" y="1828440"/>
            <a:ext cx="571680" cy="10080"/>
          </a:xfrm>
          <a:custGeom>
            <a:avLst/>
            <a:gdLst/>
            <a:ahLst/>
            <a:cxnLst/>
            <a:rect l="0" t="0" r="r" b="b"/>
            <a:pathLst>
              <a:path w="1588" h="28">
                <a:moveTo>
                  <a:pt x="0" y="0"/>
                </a:moveTo>
                <a:lnTo>
                  <a:pt x="1588" y="0"/>
                </a:lnTo>
                <a:lnTo>
                  <a:pt x="15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フリーフォーム: 図形 72"/>
          <p:cNvSpPr/>
          <p:nvPr/>
        </p:nvSpPr>
        <p:spPr>
          <a:xfrm>
            <a:off x="1942920" y="1838160"/>
            <a:ext cx="9720" cy="305280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フリーフォーム: 図形 73"/>
          <p:cNvSpPr/>
          <p:nvPr/>
        </p:nvSpPr>
        <p:spPr>
          <a:xfrm>
            <a:off x="1952280" y="1828440"/>
            <a:ext cx="3515400" cy="10080"/>
          </a:xfrm>
          <a:custGeom>
            <a:avLst/>
            <a:gdLst/>
            <a:ahLst/>
            <a:cxnLst/>
            <a:rect l="0" t="0" r="r" b="b"/>
            <a:pathLst>
              <a:path w="9765" h="28">
                <a:moveTo>
                  <a:pt x="0" y="0"/>
                </a:moveTo>
                <a:lnTo>
                  <a:pt x="9765" y="0"/>
                </a:lnTo>
                <a:lnTo>
                  <a:pt x="97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フリーフォーム: 図形 74"/>
          <p:cNvSpPr/>
          <p:nvPr/>
        </p:nvSpPr>
        <p:spPr>
          <a:xfrm>
            <a:off x="5457600" y="1838160"/>
            <a:ext cx="10080" cy="305280"/>
          </a:xfrm>
          <a:custGeom>
            <a:avLst/>
            <a:gdLst/>
            <a:ahLst/>
            <a:cxn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フリーフォーム: 図形 75"/>
          <p:cNvSpPr/>
          <p:nvPr/>
        </p:nvSpPr>
        <p:spPr>
          <a:xfrm>
            <a:off x="5467320" y="1828440"/>
            <a:ext cx="4896000" cy="10080"/>
          </a:xfrm>
          <a:custGeom>
            <a:avLst/>
            <a:gdLst/>
            <a:ahLst/>
            <a:cxnLst/>
            <a:rect l="0" t="0" r="r" b="b"/>
            <a:pathLst>
              <a:path w="13600" h="28">
                <a:moveTo>
                  <a:pt x="0" y="0"/>
                </a:moveTo>
                <a:lnTo>
                  <a:pt x="13600" y="0"/>
                </a:lnTo>
                <a:lnTo>
                  <a:pt x="1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フリーフォーム: 図形 76"/>
          <p:cNvSpPr/>
          <p:nvPr/>
        </p:nvSpPr>
        <p:spPr>
          <a:xfrm>
            <a:off x="10353600" y="1838160"/>
            <a:ext cx="9720" cy="305280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フリーフォーム: 図形 77"/>
          <p:cNvSpPr/>
          <p:nvPr/>
        </p:nvSpPr>
        <p:spPr>
          <a:xfrm>
            <a:off x="666720" y="214308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フリーフォーム: 図形 78"/>
          <p:cNvSpPr/>
          <p:nvPr/>
        </p:nvSpPr>
        <p:spPr>
          <a:xfrm>
            <a:off x="666720" y="2133360"/>
            <a:ext cx="714600" cy="10080"/>
          </a:xfrm>
          <a:custGeom>
            <a:avLst/>
            <a:gdLst/>
            <a:ahLst/>
            <a:cxn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フリーフォーム: 図形 79"/>
          <p:cNvSpPr/>
          <p:nvPr/>
        </p:nvSpPr>
        <p:spPr>
          <a:xfrm>
            <a:off x="1371240" y="2143080"/>
            <a:ext cx="10080" cy="314640"/>
          </a:xfrm>
          <a:custGeom>
            <a:avLst/>
            <a:gdLst/>
            <a:ahLst/>
            <a:cxn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フリーフォーム: 図形 80"/>
          <p:cNvSpPr/>
          <p:nvPr/>
        </p:nvSpPr>
        <p:spPr>
          <a:xfrm>
            <a:off x="1380960" y="2133360"/>
            <a:ext cx="571680" cy="10080"/>
          </a:xfrm>
          <a:custGeom>
            <a:avLst/>
            <a:gdLst/>
            <a:ahLst/>
            <a:cxnLst/>
            <a:rect l="0" t="0" r="r" b="b"/>
            <a:pathLst>
              <a:path w="1588" h="28">
                <a:moveTo>
                  <a:pt x="0" y="0"/>
                </a:moveTo>
                <a:lnTo>
                  <a:pt x="1588" y="0"/>
                </a:lnTo>
                <a:lnTo>
                  <a:pt x="15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フリーフォーム: 図形 81"/>
          <p:cNvSpPr/>
          <p:nvPr/>
        </p:nvSpPr>
        <p:spPr>
          <a:xfrm>
            <a:off x="1942920" y="214308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フリーフォーム: 図形 82"/>
          <p:cNvSpPr/>
          <p:nvPr/>
        </p:nvSpPr>
        <p:spPr>
          <a:xfrm>
            <a:off x="1952280" y="2133360"/>
            <a:ext cx="3515400" cy="10080"/>
          </a:xfrm>
          <a:custGeom>
            <a:avLst/>
            <a:gdLst/>
            <a:ahLst/>
            <a:cxnLst/>
            <a:rect l="0" t="0" r="r" b="b"/>
            <a:pathLst>
              <a:path w="9765" h="28">
                <a:moveTo>
                  <a:pt x="0" y="0"/>
                </a:moveTo>
                <a:lnTo>
                  <a:pt x="9765" y="0"/>
                </a:lnTo>
                <a:lnTo>
                  <a:pt x="97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フリーフォーム: 図形 83"/>
          <p:cNvSpPr/>
          <p:nvPr/>
        </p:nvSpPr>
        <p:spPr>
          <a:xfrm>
            <a:off x="5457600" y="2143080"/>
            <a:ext cx="10080" cy="314640"/>
          </a:xfrm>
          <a:custGeom>
            <a:avLst/>
            <a:gdLst/>
            <a:ahLst/>
            <a:cxn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フリーフォーム: 図形 84"/>
          <p:cNvSpPr/>
          <p:nvPr/>
        </p:nvSpPr>
        <p:spPr>
          <a:xfrm>
            <a:off x="5467320" y="2133360"/>
            <a:ext cx="4896000" cy="10080"/>
          </a:xfrm>
          <a:custGeom>
            <a:avLst/>
            <a:gdLst/>
            <a:ahLst/>
            <a:cxnLst/>
            <a:rect l="0" t="0" r="r" b="b"/>
            <a:pathLst>
              <a:path w="13600" h="28">
                <a:moveTo>
                  <a:pt x="0" y="0"/>
                </a:moveTo>
                <a:lnTo>
                  <a:pt x="13600" y="0"/>
                </a:lnTo>
                <a:lnTo>
                  <a:pt x="1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フリーフォーム: 図形 85"/>
          <p:cNvSpPr/>
          <p:nvPr/>
        </p:nvSpPr>
        <p:spPr>
          <a:xfrm>
            <a:off x="10353600" y="214308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フリーフォーム: 図形 86"/>
          <p:cNvSpPr/>
          <p:nvPr/>
        </p:nvSpPr>
        <p:spPr>
          <a:xfrm>
            <a:off x="666720" y="24573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フリーフォーム: 図形 87"/>
          <p:cNvSpPr/>
          <p:nvPr/>
        </p:nvSpPr>
        <p:spPr>
          <a:xfrm>
            <a:off x="666720" y="2447640"/>
            <a:ext cx="714600" cy="10080"/>
          </a:xfrm>
          <a:custGeom>
            <a:avLst/>
            <a:gdLst/>
            <a:ahLst/>
            <a:cxn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フリーフォーム: 図形 88"/>
          <p:cNvSpPr/>
          <p:nvPr/>
        </p:nvSpPr>
        <p:spPr>
          <a:xfrm>
            <a:off x="1371240" y="24573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フリーフォーム: 図形 89"/>
          <p:cNvSpPr/>
          <p:nvPr/>
        </p:nvSpPr>
        <p:spPr>
          <a:xfrm>
            <a:off x="1380960" y="2447640"/>
            <a:ext cx="571680" cy="10080"/>
          </a:xfrm>
          <a:custGeom>
            <a:avLst/>
            <a:gdLst/>
            <a:ahLst/>
            <a:cxnLst/>
            <a:rect l="0" t="0" r="r" b="b"/>
            <a:pathLst>
              <a:path w="1588" h="28">
                <a:moveTo>
                  <a:pt x="0" y="0"/>
                </a:moveTo>
                <a:lnTo>
                  <a:pt x="1588" y="0"/>
                </a:lnTo>
                <a:lnTo>
                  <a:pt x="15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フリーフォーム: 図形 90"/>
          <p:cNvSpPr/>
          <p:nvPr/>
        </p:nvSpPr>
        <p:spPr>
          <a:xfrm>
            <a:off x="1942920" y="24573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フリーフォーム: 図形 91"/>
          <p:cNvSpPr/>
          <p:nvPr/>
        </p:nvSpPr>
        <p:spPr>
          <a:xfrm>
            <a:off x="1952280" y="2447640"/>
            <a:ext cx="3515400" cy="10080"/>
          </a:xfrm>
          <a:custGeom>
            <a:avLst/>
            <a:gdLst/>
            <a:ahLst/>
            <a:cxnLst/>
            <a:rect l="0" t="0" r="r" b="b"/>
            <a:pathLst>
              <a:path w="9765" h="28">
                <a:moveTo>
                  <a:pt x="0" y="0"/>
                </a:moveTo>
                <a:lnTo>
                  <a:pt x="9765" y="0"/>
                </a:lnTo>
                <a:lnTo>
                  <a:pt x="97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フリーフォーム: 図形 92"/>
          <p:cNvSpPr/>
          <p:nvPr/>
        </p:nvSpPr>
        <p:spPr>
          <a:xfrm>
            <a:off x="5457600" y="24573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フリーフォーム: 図形 93"/>
          <p:cNvSpPr/>
          <p:nvPr/>
        </p:nvSpPr>
        <p:spPr>
          <a:xfrm>
            <a:off x="5467320" y="2447640"/>
            <a:ext cx="4896000" cy="10080"/>
          </a:xfrm>
          <a:custGeom>
            <a:avLst/>
            <a:gdLst/>
            <a:ahLst/>
            <a:cxnLst/>
            <a:rect l="0" t="0" r="r" b="b"/>
            <a:pathLst>
              <a:path w="13600" h="28">
                <a:moveTo>
                  <a:pt x="0" y="0"/>
                </a:moveTo>
                <a:lnTo>
                  <a:pt x="13600" y="0"/>
                </a:lnTo>
                <a:lnTo>
                  <a:pt x="1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フリーフォーム: 図形 94"/>
          <p:cNvSpPr/>
          <p:nvPr/>
        </p:nvSpPr>
        <p:spPr>
          <a:xfrm>
            <a:off x="10353600" y="24573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フリーフォーム: 図形 95"/>
          <p:cNvSpPr/>
          <p:nvPr/>
        </p:nvSpPr>
        <p:spPr>
          <a:xfrm>
            <a:off x="666720" y="3000240"/>
            <a:ext cx="9720" cy="305280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フリーフォーム: 図形 96"/>
          <p:cNvSpPr/>
          <p:nvPr/>
        </p:nvSpPr>
        <p:spPr>
          <a:xfrm>
            <a:off x="666720" y="2990520"/>
            <a:ext cx="714600" cy="10080"/>
          </a:xfrm>
          <a:custGeom>
            <a:avLst/>
            <a:gdLst/>
            <a:ahLst/>
            <a:cxn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フリーフォーム: 図形 97"/>
          <p:cNvSpPr/>
          <p:nvPr/>
        </p:nvSpPr>
        <p:spPr>
          <a:xfrm>
            <a:off x="1371240" y="3000240"/>
            <a:ext cx="10080" cy="305280"/>
          </a:xfrm>
          <a:custGeom>
            <a:avLst/>
            <a:gdLst/>
            <a:ahLst/>
            <a:cxn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フリーフォーム: 図形 98"/>
          <p:cNvSpPr/>
          <p:nvPr/>
        </p:nvSpPr>
        <p:spPr>
          <a:xfrm>
            <a:off x="1380960" y="2990520"/>
            <a:ext cx="571680" cy="10080"/>
          </a:xfrm>
          <a:custGeom>
            <a:avLst/>
            <a:gdLst/>
            <a:ahLst/>
            <a:cxnLst/>
            <a:rect l="0" t="0" r="r" b="b"/>
            <a:pathLst>
              <a:path w="1588" h="28">
                <a:moveTo>
                  <a:pt x="0" y="0"/>
                </a:moveTo>
                <a:lnTo>
                  <a:pt x="1588" y="0"/>
                </a:lnTo>
                <a:lnTo>
                  <a:pt x="15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フリーフォーム: 図形 99"/>
          <p:cNvSpPr/>
          <p:nvPr/>
        </p:nvSpPr>
        <p:spPr>
          <a:xfrm>
            <a:off x="1942920" y="3000240"/>
            <a:ext cx="9720" cy="305280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フリーフォーム: 図形 100"/>
          <p:cNvSpPr/>
          <p:nvPr/>
        </p:nvSpPr>
        <p:spPr>
          <a:xfrm>
            <a:off x="1952280" y="2990520"/>
            <a:ext cx="3515400" cy="10080"/>
          </a:xfrm>
          <a:custGeom>
            <a:avLst/>
            <a:gdLst/>
            <a:ahLst/>
            <a:cxnLst/>
            <a:rect l="0" t="0" r="r" b="b"/>
            <a:pathLst>
              <a:path w="9765" h="28">
                <a:moveTo>
                  <a:pt x="0" y="0"/>
                </a:moveTo>
                <a:lnTo>
                  <a:pt x="9765" y="0"/>
                </a:lnTo>
                <a:lnTo>
                  <a:pt x="97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フリーフォーム: 図形 101"/>
          <p:cNvSpPr/>
          <p:nvPr/>
        </p:nvSpPr>
        <p:spPr>
          <a:xfrm>
            <a:off x="5457600" y="3000240"/>
            <a:ext cx="10080" cy="305280"/>
          </a:xfrm>
          <a:custGeom>
            <a:avLst/>
            <a:gdLst/>
            <a:ahLst/>
            <a:cxn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フリーフォーム: 図形 102"/>
          <p:cNvSpPr/>
          <p:nvPr/>
        </p:nvSpPr>
        <p:spPr>
          <a:xfrm>
            <a:off x="5467320" y="2990520"/>
            <a:ext cx="4896000" cy="10080"/>
          </a:xfrm>
          <a:custGeom>
            <a:avLst/>
            <a:gdLst/>
            <a:ahLst/>
            <a:cxnLst/>
            <a:rect l="0" t="0" r="r" b="b"/>
            <a:pathLst>
              <a:path w="13600" h="28">
                <a:moveTo>
                  <a:pt x="0" y="0"/>
                </a:moveTo>
                <a:lnTo>
                  <a:pt x="13600" y="0"/>
                </a:lnTo>
                <a:lnTo>
                  <a:pt x="1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フリーフォーム: 図形 103"/>
          <p:cNvSpPr/>
          <p:nvPr/>
        </p:nvSpPr>
        <p:spPr>
          <a:xfrm>
            <a:off x="10353600" y="3000240"/>
            <a:ext cx="9720" cy="305280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フリーフォーム: 図形 104"/>
          <p:cNvSpPr/>
          <p:nvPr/>
        </p:nvSpPr>
        <p:spPr>
          <a:xfrm>
            <a:off x="666720" y="330516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フリーフォーム: 図形 105"/>
          <p:cNvSpPr/>
          <p:nvPr/>
        </p:nvSpPr>
        <p:spPr>
          <a:xfrm>
            <a:off x="666720" y="3295440"/>
            <a:ext cx="714600" cy="10080"/>
          </a:xfrm>
          <a:custGeom>
            <a:avLst/>
            <a:gdLst/>
            <a:ahLst/>
            <a:cxn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フリーフォーム: 図形 106"/>
          <p:cNvSpPr/>
          <p:nvPr/>
        </p:nvSpPr>
        <p:spPr>
          <a:xfrm>
            <a:off x="1371240" y="3305160"/>
            <a:ext cx="10080" cy="314640"/>
          </a:xfrm>
          <a:custGeom>
            <a:avLst/>
            <a:gdLst/>
            <a:ahLst/>
            <a:cxn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フリーフォーム: 図形 107"/>
          <p:cNvSpPr/>
          <p:nvPr/>
        </p:nvSpPr>
        <p:spPr>
          <a:xfrm>
            <a:off x="1380960" y="3295440"/>
            <a:ext cx="571680" cy="10080"/>
          </a:xfrm>
          <a:custGeom>
            <a:avLst/>
            <a:gdLst/>
            <a:ahLst/>
            <a:cxnLst/>
            <a:rect l="0" t="0" r="r" b="b"/>
            <a:pathLst>
              <a:path w="1588" h="28">
                <a:moveTo>
                  <a:pt x="0" y="0"/>
                </a:moveTo>
                <a:lnTo>
                  <a:pt x="1588" y="0"/>
                </a:lnTo>
                <a:lnTo>
                  <a:pt x="15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フリーフォーム: 図形 108"/>
          <p:cNvSpPr/>
          <p:nvPr/>
        </p:nvSpPr>
        <p:spPr>
          <a:xfrm>
            <a:off x="1942920" y="330516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フリーフォーム: 図形 109"/>
          <p:cNvSpPr/>
          <p:nvPr/>
        </p:nvSpPr>
        <p:spPr>
          <a:xfrm>
            <a:off x="1952280" y="3295440"/>
            <a:ext cx="3515400" cy="10080"/>
          </a:xfrm>
          <a:custGeom>
            <a:avLst/>
            <a:gdLst/>
            <a:ahLst/>
            <a:cxnLst/>
            <a:rect l="0" t="0" r="r" b="b"/>
            <a:pathLst>
              <a:path w="9765" h="28">
                <a:moveTo>
                  <a:pt x="0" y="0"/>
                </a:moveTo>
                <a:lnTo>
                  <a:pt x="9765" y="0"/>
                </a:lnTo>
                <a:lnTo>
                  <a:pt x="97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フリーフォーム: 図形 110"/>
          <p:cNvSpPr/>
          <p:nvPr/>
        </p:nvSpPr>
        <p:spPr>
          <a:xfrm>
            <a:off x="5457600" y="3305160"/>
            <a:ext cx="10080" cy="314640"/>
          </a:xfrm>
          <a:custGeom>
            <a:avLst/>
            <a:gdLst/>
            <a:ahLst/>
            <a:cxn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フリーフォーム: 図形 111"/>
          <p:cNvSpPr/>
          <p:nvPr/>
        </p:nvSpPr>
        <p:spPr>
          <a:xfrm>
            <a:off x="5467320" y="3295440"/>
            <a:ext cx="4896000" cy="10080"/>
          </a:xfrm>
          <a:custGeom>
            <a:avLst/>
            <a:gdLst/>
            <a:ahLst/>
            <a:cxnLst/>
            <a:rect l="0" t="0" r="r" b="b"/>
            <a:pathLst>
              <a:path w="13600" h="28">
                <a:moveTo>
                  <a:pt x="0" y="0"/>
                </a:moveTo>
                <a:lnTo>
                  <a:pt x="13600" y="0"/>
                </a:lnTo>
                <a:lnTo>
                  <a:pt x="1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フリーフォーム: 図形 112"/>
          <p:cNvSpPr/>
          <p:nvPr/>
        </p:nvSpPr>
        <p:spPr>
          <a:xfrm>
            <a:off x="10353600" y="330516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フリーフォーム: 図形 113"/>
          <p:cNvSpPr/>
          <p:nvPr/>
        </p:nvSpPr>
        <p:spPr>
          <a:xfrm>
            <a:off x="666720" y="3609720"/>
            <a:ext cx="714600" cy="10080"/>
          </a:xfrm>
          <a:custGeom>
            <a:avLst/>
            <a:gdLst/>
            <a:ahLst/>
            <a:cxn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フリーフォーム: 図形 114"/>
          <p:cNvSpPr/>
          <p:nvPr/>
        </p:nvSpPr>
        <p:spPr>
          <a:xfrm>
            <a:off x="1380960" y="3609720"/>
            <a:ext cx="571680" cy="10080"/>
          </a:xfrm>
          <a:custGeom>
            <a:avLst/>
            <a:gdLst/>
            <a:ahLst/>
            <a:cxnLst/>
            <a:rect l="0" t="0" r="r" b="b"/>
            <a:pathLst>
              <a:path w="1588" h="28">
                <a:moveTo>
                  <a:pt x="0" y="0"/>
                </a:moveTo>
                <a:lnTo>
                  <a:pt x="1588" y="0"/>
                </a:lnTo>
                <a:lnTo>
                  <a:pt x="15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フリーフォーム: 図形 115"/>
          <p:cNvSpPr/>
          <p:nvPr/>
        </p:nvSpPr>
        <p:spPr>
          <a:xfrm>
            <a:off x="1952280" y="3609720"/>
            <a:ext cx="3515400" cy="10080"/>
          </a:xfrm>
          <a:custGeom>
            <a:avLst/>
            <a:gdLst/>
            <a:ahLst/>
            <a:cxnLst/>
            <a:rect l="0" t="0" r="r" b="b"/>
            <a:pathLst>
              <a:path w="9765" h="28">
                <a:moveTo>
                  <a:pt x="0" y="0"/>
                </a:moveTo>
                <a:lnTo>
                  <a:pt x="9765" y="0"/>
                </a:lnTo>
                <a:lnTo>
                  <a:pt x="97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フリーフォーム: 図形 116"/>
          <p:cNvSpPr/>
          <p:nvPr/>
        </p:nvSpPr>
        <p:spPr>
          <a:xfrm>
            <a:off x="5467320" y="3609720"/>
            <a:ext cx="4896000" cy="10080"/>
          </a:xfrm>
          <a:custGeom>
            <a:avLst/>
            <a:gdLst/>
            <a:ahLst/>
            <a:cxnLst/>
            <a:rect l="0" t="0" r="r" b="b"/>
            <a:pathLst>
              <a:path w="13600" h="28">
                <a:moveTo>
                  <a:pt x="0" y="0"/>
                </a:moveTo>
                <a:lnTo>
                  <a:pt x="13600" y="0"/>
                </a:lnTo>
                <a:lnTo>
                  <a:pt x="1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テキスト ボックス 117"/>
          <p:cNvSpPr txBox="1"/>
          <p:nvPr/>
        </p:nvSpPr>
        <p:spPr>
          <a:xfrm>
            <a:off x="666720" y="642600"/>
            <a:ext cx="1920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6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タイムテーブル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テキスト ボックス 118"/>
          <p:cNvSpPr txBox="1"/>
          <p:nvPr/>
        </p:nvSpPr>
        <p:spPr>
          <a:xfrm>
            <a:off x="840960" y="1227960"/>
            <a:ext cx="342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1" u="none" strike="noStrik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時刻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テキスト ボックス 119"/>
          <p:cNvSpPr txBox="1"/>
          <p:nvPr/>
        </p:nvSpPr>
        <p:spPr>
          <a:xfrm>
            <a:off x="1477080" y="1227960"/>
            <a:ext cx="342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1" u="none" strike="noStrik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時間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テキスト ボックス 120"/>
          <p:cNvSpPr txBox="1"/>
          <p:nvPr/>
        </p:nvSpPr>
        <p:spPr>
          <a:xfrm>
            <a:off x="3245040" y="1227960"/>
            <a:ext cx="85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1" u="none" strike="noStrik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セッション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テキスト ボックス 121"/>
          <p:cNvSpPr txBox="1"/>
          <p:nvPr/>
        </p:nvSpPr>
        <p:spPr>
          <a:xfrm>
            <a:off x="7452360" y="1227960"/>
            <a:ext cx="85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1" u="none" strike="noStrik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スピーカー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テキスト ボックス 122"/>
          <p:cNvSpPr txBox="1"/>
          <p:nvPr/>
        </p:nvSpPr>
        <p:spPr>
          <a:xfrm>
            <a:off x="744840" y="154224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テキスト ボックス 123"/>
          <p:cNvSpPr txBox="1"/>
          <p:nvPr/>
        </p:nvSpPr>
        <p:spPr>
          <a:xfrm>
            <a:off x="1450440" y="1542240"/>
            <a:ext cx="328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5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テキスト ボックス 124"/>
          <p:cNvSpPr txBox="1"/>
          <p:nvPr/>
        </p:nvSpPr>
        <p:spPr>
          <a:xfrm>
            <a:off x="2017080" y="1542240"/>
            <a:ext cx="1024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オープニング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テキスト ボックス 125"/>
          <p:cNvSpPr txBox="1"/>
          <p:nvPr/>
        </p:nvSpPr>
        <p:spPr>
          <a:xfrm>
            <a:off x="5536080" y="1542240"/>
            <a:ext cx="4424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昌彦（⽇本ビジネスシステムズ </a:t>
            </a:r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/ Microsoft MVP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テキスト ボックス 126"/>
          <p:cNvSpPr txBox="1"/>
          <p:nvPr/>
        </p:nvSpPr>
        <p:spPr>
          <a:xfrm>
            <a:off x="744840" y="184716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14:05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テキスト ボックス 127"/>
          <p:cNvSpPr txBox="1"/>
          <p:nvPr/>
        </p:nvSpPr>
        <p:spPr>
          <a:xfrm>
            <a:off x="1450440" y="1847160"/>
            <a:ext cx="3566682" cy="207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</a:t>
            </a:r>
            <a:r>
              <a:rPr lang="ja-JP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 </a:t>
            </a:r>
            <a:r>
              <a:rPr lang="en-US" altLang="ja-JP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 </a:t>
            </a:r>
            <a:r>
              <a:rPr lang="en-US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Microsoft "Adaptive Cloud" Updates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テキスト ボックス 128"/>
          <p:cNvSpPr txBox="1"/>
          <p:nvPr/>
        </p:nvSpPr>
        <p:spPr>
          <a:xfrm>
            <a:off x="5536080" y="1847160"/>
            <a:ext cx="2676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⾼添 修 ⽒（⽇本マイクロソフト）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テキスト ボックス 129"/>
          <p:cNvSpPr txBox="1"/>
          <p:nvPr/>
        </p:nvSpPr>
        <p:spPr>
          <a:xfrm>
            <a:off x="744840" y="216144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14:25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テキスト ボックス 130"/>
          <p:cNvSpPr txBox="1"/>
          <p:nvPr/>
        </p:nvSpPr>
        <p:spPr>
          <a:xfrm>
            <a:off x="1450440" y="2161440"/>
            <a:ext cx="939360" cy="207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r>
              <a:rPr lang="ja-JP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 </a:t>
            </a:r>
            <a:r>
              <a:rPr lang="en-US" altLang="ja-JP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 </a:t>
            </a:r>
            <a:r>
              <a:rPr lang="en-US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Q&amp;A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テキスト ボックス 131"/>
          <p:cNvSpPr txBox="1"/>
          <p:nvPr/>
        </p:nvSpPr>
        <p:spPr>
          <a:xfrm>
            <a:off x="5536080" y="2161440"/>
            <a:ext cx="2219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匿名で何でも質問できます︕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テキスト ボックス 132"/>
          <p:cNvSpPr txBox="1"/>
          <p:nvPr/>
        </p:nvSpPr>
        <p:spPr>
          <a:xfrm>
            <a:off x="744840" y="259020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14:35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テキスト ボックス 133"/>
          <p:cNvSpPr txBox="1"/>
          <p:nvPr/>
        </p:nvSpPr>
        <p:spPr>
          <a:xfrm>
            <a:off x="1450440" y="2590200"/>
            <a:ext cx="4345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40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テキスト ボックス 134"/>
          <p:cNvSpPr txBox="1"/>
          <p:nvPr/>
        </p:nvSpPr>
        <p:spPr>
          <a:xfrm>
            <a:off x="2017080" y="2466360"/>
            <a:ext cx="268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に依存しないクラスタの世界へ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テキスト ボックス 135"/>
          <p:cNvSpPr txBox="1"/>
          <p:nvPr/>
        </p:nvSpPr>
        <p:spPr>
          <a:xfrm>
            <a:off x="2017080" y="2704320"/>
            <a:ext cx="30535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̶̶On-Prem</a:t>
            </a:r>
            <a:r>
              <a:rPr lang="ja-JP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から</a:t>
            </a:r>
            <a:r>
              <a:rPr lang="en-US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Azure Local</a:t>
            </a:r>
            <a:r>
              <a:rPr lang="ja-JP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まで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テキスト ボックス 136"/>
          <p:cNvSpPr txBox="1"/>
          <p:nvPr/>
        </p:nvSpPr>
        <p:spPr>
          <a:xfrm>
            <a:off x="5536080" y="2466360"/>
            <a:ext cx="1994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松本 秀太 ⽒（三井情報）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テキスト ボックス 137"/>
          <p:cNvSpPr txBox="1"/>
          <p:nvPr/>
        </p:nvSpPr>
        <p:spPr>
          <a:xfrm>
            <a:off x="5536080" y="2704320"/>
            <a:ext cx="4424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昌彦（⽇本ビジネスシステムズ </a:t>
            </a:r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/ Microsoft MVP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テキスト ボックス 138"/>
          <p:cNvSpPr txBox="1"/>
          <p:nvPr/>
        </p:nvSpPr>
        <p:spPr>
          <a:xfrm>
            <a:off x="744840" y="300924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15:15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テキスト ボックス 139"/>
          <p:cNvSpPr txBox="1"/>
          <p:nvPr/>
        </p:nvSpPr>
        <p:spPr>
          <a:xfrm>
            <a:off x="1450440" y="3009240"/>
            <a:ext cx="939360" cy="207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r>
              <a:rPr lang="ja-JP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 </a:t>
            </a:r>
            <a:r>
              <a:rPr lang="ja-JP" altLang="en-US" sz="1350" dirty="0">
                <a:solidFill>
                  <a:srgbClr val="455A64"/>
                </a:solidFill>
                <a:latin typeface="Meiryo"/>
                <a:ea typeface="Meiryo"/>
              </a:rPr>
              <a:t>  </a:t>
            </a:r>
            <a:r>
              <a:rPr lang="en-US" sz="135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Q&amp;A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テキスト ボックス 140"/>
          <p:cNvSpPr txBox="1"/>
          <p:nvPr/>
        </p:nvSpPr>
        <p:spPr>
          <a:xfrm>
            <a:off x="5536080" y="3009240"/>
            <a:ext cx="1707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何でも質問できます︕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テキスト ボックス 141"/>
          <p:cNvSpPr txBox="1"/>
          <p:nvPr/>
        </p:nvSpPr>
        <p:spPr>
          <a:xfrm>
            <a:off x="744840" y="332352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15:25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テキスト ボックス 142"/>
          <p:cNvSpPr txBox="1"/>
          <p:nvPr/>
        </p:nvSpPr>
        <p:spPr>
          <a:xfrm>
            <a:off x="1450440" y="3323520"/>
            <a:ext cx="171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-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テキスト ボックス 143"/>
          <p:cNvSpPr txBox="1"/>
          <p:nvPr/>
        </p:nvSpPr>
        <p:spPr>
          <a:xfrm>
            <a:off x="2017080" y="3323520"/>
            <a:ext cx="1024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クロージング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テキスト ボックス 144"/>
          <p:cNvSpPr txBox="1"/>
          <p:nvPr/>
        </p:nvSpPr>
        <p:spPr>
          <a:xfrm>
            <a:off x="5536080" y="3323520"/>
            <a:ext cx="741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テキスト ボックス 145"/>
          <p:cNvSpPr txBox="1"/>
          <p:nvPr/>
        </p:nvSpPr>
        <p:spPr>
          <a:xfrm>
            <a:off x="11828160" y="6387840"/>
            <a:ext cx="1825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4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4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フリーフォーム: 図形 1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フリーフォーム: 図形 1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フリーフォーム: 図形 1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" name="図 149"/>
          <p:cNvPicPr/>
          <p:nvPr/>
        </p:nvPicPr>
        <p:blipFill>
          <a:blip r:embed="rId2"/>
          <a:stretch/>
        </p:blipFill>
        <p:spPr>
          <a:xfrm>
            <a:off x="10239480" y="2752560"/>
            <a:ext cx="1466640" cy="135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テキスト ボックス 150"/>
          <p:cNvSpPr txBox="1"/>
          <p:nvPr/>
        </p:nvSpPr>
        <p:spPr>
          <a:xfrm>
            <a:off x="666720" y="618480"/>
            <a:ext cx="31143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HCCJP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とは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フリーフォーム: 図形 151"/>
          <p:cNvSpPr/>
          <p:nvPr/>
        </p:nvSpPr>
        <p:spPr>
          <a:xfrm>
            <a:off x="752400" y="278100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1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0"/>
                  <a:pt x="297" y="240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0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1"/>
                  <a:pt x="0" y="160"/>
                </a:cubicBez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8"/>
                </a:cubicBezTo>
                <a:cubicBezTo>
                  <a:pt x="278" y="55"/>
                  <a:pt x="285" y="63"/>
                  <a:pt x="291" y="72"/>
                </a:cubicBezTo>
                <a:cubicBezTo>
                  <a:pt x="297" y="81"/>
                  <a:pt x="302" y="90"/>
                  <a:pt x="306" y="99"/>
                </a:cubicBezTo>
                <a:cubicBezTo>
                  <a:pt x="310" y="109"/>
                  <a:pt x="313" y="119"/>
                  <a:pt x="315" y="129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テキスト ボックス 152"/>
          <p:cNvSpPr txBox="1"/>
          <p:nvPr/>
        </p:nvSpPr>
        <p:spPr>
          <a:xfrm>
            <a:off x="666720" y="1605600"/>
            <a:ext cx="6241680" cy="721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378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ハイブリッドクラウド研究会</a:t>
            </a:r>
            <a:endParaRPr lang="en-US" sz="37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フリーフォーム: 図形 153"/>
          <p:cNvSpPr/>
          <p:nvPr/>
        </p:nvSpPr>
        <p:spPr>
          <a:xfrm>
            <a:off x="752400" y="3314520"/>
            <a:ext cx="114480" cy="114480"/>
          </a:xfrm>
          <a:custGeom>
            <a:avLst/>
            <a:gdLst/>
            <a:ahLst/>
            <a:cxn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2"/>
                  <a:pt x="219" y="306"/>
                </a:cubicBezTo>
                <a:cubicBezTo>
                  <a:pt x="210" y="310"/>
                  <a:pt x="200" y="313"/>
                  <a:pt x="189" y="315"/>
                </a:cubicBezTo>
                <a:cubicBezTo>
                  <a:pt x="179" y="317"/>
                  <a:pt x="169" y="318"/>
                  <a:pt x="158" y="318"/>
                </a:cubicBezTo>
                <a:cubicBezTo>
                  <a:pt x="148" y="318"/>
                  <a:pt x="138" y="317"/>
                  <a:pt x="127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6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9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テキスト ボックス 154"/>
          <p:cNvSpPr txBox="1"/>
          <p:nvPr/>
        </p:nvSpPr>
        <p:spPr>
          <a:xfrm>
            <a:off x="1047600" y="2607480"/>
            <a:ext cx="4697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毎⽉第</a:t>
            </a:r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</a:t>
            </a:r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⾦曜⽇ </a:t>
            </a:r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</a:t>
            </a:r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時から開催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テキスト ボックス 155"/>
          <p:cNvSpPr txBox="1"/>
          <p:nvPr/>
        </p:nvSpPr>
        <p:spPr>
          <a:xfrm>
            <a:off x="1047600" y="3141000"/>
            <a:ext cx="7689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Azure + </a:t>
            </a:r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ハイブリッドクラウド関連の最新情報をお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フリーフォーム: 図形 156"/>
          <p:cNvSpPr/>
          <p:nvPr/>
        </p:nvSpPr>
        <p:spPr>
          <a:xfrm>
            <a:off x="752400" y="429552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29"/>
                  <a:pt x="297" y="238"/>
                  <a:pt x="291" y="247"/>
                </a:cubicBezTo>
                <a:cubicBezTo>
                  <a:pt x="285" y="256"/>
                  <a:pt x="278" y="264"/>
                  <a:pt x="271" y="271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1"/>
                </a:cubicBezTo>
                <a:cubicBezTo>
                  <a:pt x="39" y="264"/>
                  <a:pt x="32" y="256"/>
                  <a:pt x="26" y="247"/>
                </a:cubicBezTo>
                <a:cubicBezTo>
                  <a:pt x="21" y="238"/>
                  <a:pt x="16" y="229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9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9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1047600" y="3588480"/>
            <a:ext cx="6530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届け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フリーフォーム: 図形 158"/>
          <p:cNvSpPr/>
          <p:nvPr/>
        </p:nvSpPr>
        <p:spPr>
          <a:xfrm>
            <a:off x="714240" y="5038560"/>
            <a:ext cx="324000" cy="257400"/>
          </a:xfrm>
          <a:custGeom>
            <a:avLst/>
            <a:gdLst/>
            <a:ahLst/>
            <a:cxnLst/>
            <a:rect l="0" t="0" r="r" b="b"/>
            <a:pathLst>
              <a:path w="900" h="715">
                <a:moveTo>
                  <a:pt x="900" y="608"/>
                </a:moveTo>
                <a:cubicBezTo>
                  <a:pt x="900" y="608"/>
                  <a:pt x="900" y="715"/>
                  <a:pt x="795" y="715"/>
                </a:cubicBezTo>
                <a:lnTo>
                  <a:pt x="106" y="715"/>
                </a:lnTo>
                <a:cubicBezTo>
                  <a:pt x="0" y="715"/>
                  <a:pt x="0" y="608"/>
                  <a:pt x="0" y="608"/>
                </a:cubicBezTo>
                <a:lnTo>
                  <a:pt x="0" y="106"/>
                </a:lnTo>
                <a:cubicBezTo>
                  <a:pt x="0" y="0"/>
                  <a:pt x="106" y="0"/>
                  <a:pt x="106" y="0"/>
                </a:cubicBezTo>
                <a:lnTo>
                  <a:pt x="795" y="0"/>
                </a:lnTo>
                <a:cubicBezTo>
                  <a:pt x="795" y="0"/>
                  <a:pt x="900" y="0"/>
                  <a:pt x="900" y="106"/>
                </a:cubicBezTo>
                <a:lnTo>
                  <a:pt x="900" y="608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フリーフォーム: 図形 159"/>
          <p:cNvSpPr/>
          <p:nvPr/>
        </p:nvSpPr>
        <p:spPr>
          <a:xfrm>
            <a:off x="803880" y="4970880"/>
            <a:ext cx="106920" cy="106920"/>
          </a:xfrm>
          <a:custGeom>
            <a:avLst/>
            <a:gdLst/>
            <a:ahLst/>
            <a:cxnLst/>
            <a:rect l="0" t="0" r="r" b="b"/>
            <a:pathLst>
              <a:path w="297" h="297">
                <a:moveTo>
                  <a:pt x="290" y="251"/>
                </a:moveTo>
                <a:cubicBezTo>
                  <a:pt x="300" y="263"/>
                  <a:pt x="300" y="279"/>
                  <a:pt x="290" y="290"/>
                </a:cubicBezTo>
                <a:cubicBezTo>
                  <a:pt x="279" y="300"/>
                  <a:pt x="262" y="300"/>
                  <a:pt x="252" y="290"/>
                </a:cubicBezTo>
                <a:lnTo>
                  <a:pt x="8" y="45"/>
                </a:lnTo>
                <a:cubicBezTo>
                  <a:pt x="-2" y="35"/>
                  <a:pt x="-2" y="18"/>
                  <a:pt x="8" y="8"/>
                </a:cubicBezTo>
                <a:cubicBezTo>
                  <a:pt x="19" y="-2"/>
                  <a:pt x="36" y="-2"/>
                  <a:pt x="46" y="8"/>
                </a:cubicBezTo>
                <a:lnTo>
                  <a:pt x="290" y="251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フリーフォーム: 図形 160"/>
          <p:cNvSpPr/>
          <p:nvPr/>
        </p:nvSpPr>
        <p:spPr>
          <a:xfrm>
            <a:off x="842040" y="4970880"/>
            <a:ext cx="106920" cy="106920"/>
          </a:xfrm>
          <a:custGeom>
            <a:avLst/>
            <a:gdLst/>
            <a:ahLst/>
            <a:cxnLst/>
            <a:rect l="0" t="0" r="r" b="b"/>
            <a:pathLst>
              <a:path w="297" h="297">
                <a:moveTo>
                  <a:pt x="8" y="251"/>
                </a:moveTo>
                <a:cubicBezTo>
                  <a:pt x="-2" y="263"/>
                  <a:pt x="-2" y="279"/>
                  <a:pt x="8" y="290"/>
                </a:cubicBezTo>
                <a:cubicBezTo>
                  <a:pt x="19" y="300"/>
                  <a:pt x="35" y="300"/>
                  <a:pt x="46" y="290"/>
                </a:cubicBezTo>
                <a:lnTo>
                  <a:pt x="290" y="45"/>
                </a:lnTo>
                <a:cubicBezTo>
                  <a:pt x="300" y="35"/>
                  <a:pt x="300" y="18"/>
                  <a:pt x="290" y="8"/>
                </a:cubicBezTo>
                <a:cubicBezTo>
                  <a:pt x="280" y="-2"/>
                  <a:pt x="263" y="-2"/>
                  <a:pt x="252" y="8"/>
                </a:cubicBezTo>
                <a:lnTo>
                  <a:pt x="8" y="251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フリーフォーム: 図形 161"/>
          <p:cNvSpPr/>
          <p:nvPr/>
        </p:nvSpPr>
        <p:spPr>
          <a:xfrm>
            <a:off x="752400" y="5067000"/>
            <a:ext cx="248040" cy="190800"/>
          </a:xfrm>
          <a:custGeom>
            <a:avLst/>
            <a:gdLst/>
            <a:ahLst/>
            <a:cxnLst/>
            <a:rect l="0" t="0" r="r" b="b"/>
            <a:pathLst>
              <a:path w="689" h="530">
                <a:moveTo>
                  <a:pt x="345" y="0"/>
                </a:moveTo>
                <a:cubicBezTo>
                  <a:pt x="556" y="0"/>
                  <a:pt x="609" y="27"/>
                  <a:pt x="636" y="53"/>
                </a:cubicBezTo>
                <a:cubicBezTo>
                  <a:pt x="662" y="80"/>
                  <a:pt x="689" y="133"/>
                  <a:pt x="689" y="265"/>
                </a:cubicBezTo>
                <a:cubicBezTo>
                  <a:pt x="689" y="397"/>
                  <a:pt x="662" y="450"/>
                  <a:pt x="636" y="478"/>
                </a:cubicBezTo>
                <a:cubicBezTo>
                  <a:pt x="609" y="504"/>
                  <a:pt x="556" y="530"/>
                  <a:pt x="345" y="530"/>
                </a:cubicBezTo>
                <a:cubicBezTo>
                  <a:pt x="132" y="530"/>
                  <a:pt x="79" y="504"/>
                  <a:pt x="53" y="478"/>
                </a:cubicBezTo>
                <a:cubicBezTo>
                  <a:pt x="26" y="450"/>
                  <a:pt x="0" y="397"/>
                  <a:pt x="0" y="265"/>
                </a:cubicBezTo>
                <a:cubicBezTo>
                  <a:pt x="0" y="133"/>
                  <a:pt x="26" y="80"/>
                  <a:pt x="53" y="53"/>
                </a:cubicBezTo>
                <a:cubicBezTo>
                  <a:pt x="79" y="27"/>
                  <a:pt x="132" y="0"/>
                  <a:pt x="345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フリーフォーム: 図形 162"/>
          <p:cNvSpPr/>
          <p:nvPr/>
        </p:nvSpPr>
        <p:spPr>
          <a:xfrm>
            <a:off x="990360" y="5248080"/>
            <a:ext cx="29160" cy="28800"/>
          </a:xfrm>
          <a:custGeom>
            <a:avLst/>
            <a:gdLst/>
            <a:ahLst/>
            <a:cxnLst/>
            <a:rect l="0" t="0" r="r" b="b"/>
            <a:pathLst>
              <a:path w="81" h="80">
                <a:moveTo>
                  <a:pt x="81" y="40"/>
                </a:moveTo>
                <a:cubicBezTo>
                  <a:pt x="81" y="45"/>
                  <a:pt x="80" y="50"/>
                  <a:pt x="78" y="55"/>
                </a:cubicBezTo>
                <a:cubicBezTo>
                  <a:pt x="76" y="60"/>
                  <a:pt x="73" y="64"/>
                  <a:pt x="69" y="68"/>
                </a:cubicBezTo>
                <a:cubicBezTo>
                  <a:pt x="65" y="72"/>
                  <a:pt x="61" y="74"/>
                  <a:pt x="56" y="76"/>
                </a:cubicBezTo>
                <a:cubicBezTo>
                  <a:pt x="50" y="79"/>
                  <a:pt x="45" y="80"/>
                  <a:pt x="40" y="80"/>
                </a:cubicBezTo>
                <a:cubicBezTo>
                  <a:pt x="35" y="80"/>
                  <a:pt x="30" y="79"/>
                  <a:pt x="25" y="76"/>
                </a:cubicBezTo>
                <a:cubicBezTo>
                  <a:pt x="20" y="74"/>
                  <a:pt x="16" y="72"/>
                  <a:pt x="12" y="68"/>
                </a:cubicBezTo>
                <a:cubicBezTo>
                  <a:pt x="8" y="64"/>
                  <a:pt x="5" y="60"/>
                  <a:pt x="3" y="55"/>
                </a:cubicBezTo>
                <a:cubicBezTo>
                  <a:pt x="1" y="50"/>
                  <a:pt x="0" y="45"/>
                  <a:pt x="0" y="40"/>
                </a:cubicBezTo>
                <a:cubicBezTo>
                  <a:pt x="0" y="34"/>
                  <a:pt x="1" y="29"/>
                  <a:pt x="3" y="25"/>
                </a:cubicBezTo>
                <a:cubicBezTo>
                  <a:pt x="5" y="20"/>
                  <a:pt x="8" y="15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ubicBezTo>
                  <a:pt x="45" y="0"/>
                  <a:pt x="50" y="1"/>
                  <a:pt x="56" y="3"/>
                </a:cubicBezTo>
                <a:cubicBezTo>
                  <a:pt x="61" y="5"/>
                  <a:pt x="65" y="8"/>
                  <a:pt x="69" y="12"/>
                </a:cubicBezTo>
                <a:cubicBezTo>
                  <a:pt x="73" y="15"/>
                  <a:pt x="76" y="20"/>
                  <a:pt x="78" y="25"/>
                </a:cubicBezTo>
                <a:cubicBezTo>
                  <a:pt x="80" y="29"/>
                  <a:pt x="81" y="34"/>
                  <a:pt x="81" y="40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フリーフォーム: 図形 163"/>
          <p:cNvSpPr/>
          <p:nvPr/>
        </p:nvSpPr>
        <p:spPr>
          <a:xfrm>
            <a:off x="733320" y="5248080"/>
            <a:ext cx="28800" cy="28800"/>
          </a:xfrm>
          <a:custGeom>
            <a:avLst/>
            <a:gdLst/>
            <a:ahLst/>
            <a:cxnLst/>
            <a:rect l="0" t="0" r="r" b="b"/>
            <a:pathLst>
              <a:path w="80" h="80">
                <a:moveTo>
                  <a:pt x="80" y="40"/>
                </a:moveTo>
                <a:cubicBezTo>
                  <a:pt x="80" y="45"/>
                  <a:pt x="79" y="50"/>
                  <a:pt x="77" y="55"/>
                </a:cubicBezTo>
                <a:cubicBezTo>
                  <a:pt x="75" y="60"/>
                  <a:pt x="72" y="64"/>
                  <a:pt x="69" y="68"/>
                </a:cubicBezTo>
                <a:cubicBezTo>
                  <a:pt x="65" y="72"/>
                  <a:pt x="61" y="74"/>
                  <a:pt x="55" y="76"/>
                </a:cubicBezTo>
                <a:cubicBezTo>
                  <a:pt x="50" y="79"/>
                  <a:pt x="45" y="80"/>
                  <a:pt x="39" y="80"/>
                </a:cubicBezTo>
                <a:cubicBezTo>
                  <a:pt x="34" y="80"/>
                  <a:pt x="29" y="79"/>
                  <a:pt x="24" y="76"/>
                </a:cubicBezTo>
                <a:cubicBezTo>
                  <a:pt x="19" y="74"/>
                  <a:pt x="15" y="72"/>
                  <a:pt x="11" y="68"/>
                </a:cubicBezTo>
                <a:cubicBezTo>
                  <a:pt x="8" y="64"/>
                  <a:pt x="5" y="60"/>
                  <a:pt x="3" y="55"/>
                </a:cubicBezTo>
                <a:cubicBezTo>
                  <a:pt x="1" y="50"/>
                  <a:pt x="0" y="45"/>
                  <a:pt x="0" y="40"/>
                </a:cubicBezTo>
                <a:cubicBezTo>
                  <a:pt x="0" y="34"/>
                  <a:pt x="1" y="29"/>
                  <a:pt x="3" y="25"/>
                </a:cubicBezTo>
                <a:cubicBezTo>
                  <a:pt x="5" y="20"/>
                  <a:pt x="8" y="15"/>
                  <a:pt x="11" y="12"/>
                </a:cubicBezTo>
                <a:cubicBezTo>
                  <a:pt x="15" y="8"/>
                  <a:pt x="19" y="5"/>
                  <a:pt x="24" y="3"/>
                </a:cubicBezTo>
                <a:cubicBezTo>
                  <a:pt x="29" y="1"/>
                  <a:pt x="34" y="0"/>
                  <a:pt x="39" y="0"/>
                </a:cubicBezTo>
                <a:cubicBezTo>
                  <a:pt x="45" y="0"/>
                  <a:pt x="50" y="1"/>
                  <a:pt x="55" y="3"/>
                </a:cubicBezTo>
                <a:cubicBezTo>
                  <a:pt x="61" y="5"/>
                  <a:pt x="65" y="8"/>
                  <a:pt x="69" y="12"/>
                </a:cubicBezTo>
                <a:cubicBezTo>
                  <a:pt x="72" y="15"/>
                  <a:pt x="75" y="20"/>
                  <a:pt x="77" y="25"/>
                </a:cubicBezTo>
                <a:cubicBezTo>
                  <a:pt x="79" y="29"/>
                  <a:pt x="80" y="34"/>
                  <a:pt x="80" y="40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テキスト ボックス 164"/>
          <p:cNvSpPr txBox="1"/>
          <p:nvPr/>
        </p:nvSpPr>
        <p:spPr>
          <a:xfrm>
            <a:off x="1047600" y="4122000"/>
            <a:ext cx="7289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オンライン配信（</a:t>
            </a:r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YouTube HCCJP</a:t>
            </a:r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チャンネル）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テキスト ボックス 166"/>
          <p:cNvSpPr txBox="1"/>
          <p:nvPr/>
        </p:nvSpPr>
        <p:spPr>
          <a:xfrm>
            <a:off x="1060920" y="4903920"/>
            <a:ext cx="48013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チャンネル登録お願いします︕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テキスト ボックス 170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5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F5F969E-3396-6163-46DD-BE364905B144}"/>
              </a:ext>
            </a:extLst>
          </p:cNvPr>
          <p:cNvSpPr txBox="1"/>
          <p:nvPr/>
        </p:nvSpPr>
        <p:spPr>
          <a:xfrm>
            <a:off x="666719" y="5444294"/>
            <a:ext cx="84957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メイリオ" panose="020B0604030504040204" pitchFamily="50" charset="-128"/>
                <a:ea typeface="メイリオ" panose="020B0604030504040204" pitchFamily="50" charset="-128"/>
                <a:hlinkClick r:id="rId3"/>
              </a:rPr>
              <a:t>https://www.youtube.com/@hccjp.</a:t>
            </a:r>
            <a:endParaRPr lang="en-US" sz="3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フリーフォーム: 図形 1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フリーフォーム: 図形 17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フリーフォーム: 図形 17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フリーフォーム: 図形 174"/>
          <p:cNvSpPr/>
          <p:nvPr/>
        </p:nvSpPr>
        <p:spPr>
          <a:xfrm>
            <a:off x="752400" y="1895400"/>
            <a:ext cx="114480" cy="114480"/>
          </a:xfrm>
          <a:custGeom>
            <a:avLst/>
            <a:gdLst/>
            <a:ahLst/>
            <a:cxnLst/>
            <a:rect l="0" t="0" r="r" b="b"/>
            <a:pathLst>
              <a:path w="318" h="318">
                <a:moveTo>
                  <a:pt x="318" y="158"/>
                </a:moveTo>
                <a:cubicBezTo>
                  <a:pt x="318" y="169"/>
                  <a:pt x="317" y="179"/>
                  <a:pt x="315" y="189"/>
                </a:cubicBezTo>
                <a:cubicBezTo>
                  <a:pt x="313" y="200"/>
                  <a:pt x="310" y="210"/>
                  <a:pt x="306" y="219"/>
                </a:cubicBezTo>
                <a:cubicBezTo>
                  <a:pt x="302" y="229"/>
                  <a:pt x="297" y="238"/>
                  <a:pt x="291" y="247"/>
                </a:cubicBezTo>
                <a:cubicBezTo>
                  <a:pt x="285" y="255"/>
                  <a:pt x="278" y="263"/>
                  <a:pt x="271" y="271"/>
                </a:cubicBezTo>
                <a:cubicBezTo>
                  <a:pt x="263" y="278"/>
                  <a:pt x="255" y="286"/>
                  <a:pt x="247" y="291"/>
                </a:cubicBezTo>
                <a:cubicBezTo>
                  <a:pt x="238" y="297"/>
                  <a:pt x="229" y="302"/>
                  <a:pt x="219" y="306"/>
                </a:cubicBezTo>
                <a:cubicBezTo>
                  <a:pt x="210" y="310"/>
                  <a:pt x="200" y="313"/>
                  <a:pt x="189" y="315"/>
                </a:cubicBezTo>
                <a:cubicBezTo>
                  <a:pt x="179" y="317"/>
                  <a:pt x="169" y="318"/>
                  <a:pt x="158" y="318"/>
                </a:cubicBezTo>
                <a:cubicBezTo>
                  <a:pt x="148" y="318"/>
                  <a:pt x="138" y="317"/>
                  <a:pt x="127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7"/>
                  <a:pt x="70" y="291"/>
                </a:cubicBezTo>
                <a:cubicBezTo>
                  <a:pt x="62" y="286"/>
                  <a:pt x="54" y="278"/>
                  <a:pt x="46" y="271"/>
                </a:cubicBezTo>
                <a:cubicBezTo>
                  <a:pt x="39" y="263"/>
                  <a:pt x="32" y="255"/>
                  <a:pt x="26" y="247"/>
                </a:cubicBezTo>
                <a:cubicBezTo>
                  <a:pt x="21" y="238"/>
                  <a:pt x="16" y="229"/>
                  <a:pt x="12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6"/>
                </a:cubicBezTo>
                <a:cubicBezTo>
                  <a:pt x="255" y="32"/>
                  <a:pt x="263" y="39"/>
                  <a:pt x="271" y="46"/>
                </a:cubicBezTo>
                <a:cubicBezTo>
                  <a:pt x="278" y="54"/>
                  <a:pt x="285" y="62"/>
                  <a:pt x="291" y="70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7"/>
                  <a:pt x="313" y="117"/>
                  <a:pt x="315" y="127"/>
                </a:cubicBezTo>
                <a:cubicBezTo>
                  <a:pt x="317" y="138"/>
                  <a:pt x="318" y="148"/>
                  <a:pt x="318" y="158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フリーフォーム: 図形 175"/>
          <p:cNvSpPr/>
          <p:nvPr/>
        </p:nvSpPr>
        <p:spPr>
          <a:xfrm>
            <a:off x="1076040" y="1870560"/>
            <a:ext cx="278280" cy="216000"/>
          </a:xfrm>
          <a:custGeom>
            <a:avLst/>
            <a:gdLst/>
            <a:ahLst/>
            <a:cxnLst/>
            <a:rect l="0" t="0" r="r" b="b"/>
            <a:pathLst>
              <a:path w="773" h="600">
                <a:moveTo>
                  <a:pt x="747" y="175"/>
                </a:moveTo>
                <a:lnTo>
                  <a:pt x="412" y="175"/>
                </a:lnTo>
                <a:cubicBezTo>
                  <a:pt x="318" y="175"/>
                  <a:pt x="283" y="100"/>
                  <a:pt x="283" y="50"/>
                </a:cubicBezTo>
                <a:lnTo>
                  <a:pt x="283" y="0"/>
                </a:lnTo>
                <a:lnTo>
                  <a:pt x="180" y="0"/>
                </a:lnTo>
                <a:cubicBezTo>
                  <a:pt x="103" y="0"/>
                  <a:pt x="103" y="75"/>
                  <a:pt x="103" y="75"/>
                </a:cubicBezTo>
                <a:cubicBezTo>
                  <a:pt x="103" y="75"/>
                  <a:pt x="52" y="50"/>
                  <a:pt x="26" y="50"/>
                </a:cubicBezTo>
                <a:cubicBezTo>
                  <a:pt x="0" y="50"/>
                  <a:pt x="0" y="75"/>
                  <a:pt x="0" y="75"/>
                </a:cubicBezTo>
                <a:lnTo>
                  <a:pt x="0" y="324"/>
                </a:lnTo>
                <a:cubicBezTo>
                  <a:pt x="0" y="324"/>
                  <a:pt x="0" y="349"/>
                  <a:pt x="26" y="349"/>
                </a:cubicBezTo>
                <a:cubicBezTo>
                  <a:pt x="52" y="349"/>
                  <a:pt x="103" y="324"/>
                  <a:pt x="103" y="324"/>
                </a:cubicBezTo>
                <a:lnTo>
                  <a:pt x="103" y="500"/>
                </a:lnTo>
                <a:cubicBezTo>
                  <a:pt x="103" y="600"/>
                  <a:pt x="206" y="600"/>
                  <a:pt x="206" y="600"/>
                </a:cubicBezTo>
                <a:lnTo>
                  <a:pt x="670" y="600"/>
                </a:lnTo>
                <a:cubicBezTo>
                  <a:pt x="773" y="600"/>
                  <a:pt x="773" y="500"/>
                  <a:pt x="773" y="500"/>
                </a:cubicBezTo>
                <a:lnTo>
                  <a:pt x="773" y="172"/>
                </a:lnTo>
                <a:cubicBezTo>
                  <a:pt x="764" y="174"/>
                  <a:pt x="755" y="175"/>
                  <a:pt x="747" y="175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フリーフォーム: 図形 176"/>
          <p:cNvSpPr/>
          <p:nvPr/>
        </p:nvSpPr>
        <p:spPr>
          <a:xfrm>
            <a:off x="1159560" y="1825560"/>
            <a:ext cx="250200" cy="261000"/>
          </a:xfrm>
          <a:custGeom>
            <a:avLst/>
            <a:gdLst/>
            <a:ahLst/>
            <a:cxnLst/>
            <a:rect l="0" t="0" r="r" b="b"/>
            <a:pathLst>
              <a:path w="695" h="725">
                <a:moveTo>
                  <a:pt x="670" y="0"/>
                </a:moveTo>
                <a:cubicBezTo>
                  <a:pt x="655" y="0"/>
                  <a:pt x="617" y="23"/>
                  <a:pt x="585" y="44"/>
                </a:cubicBezTo>
                <a:cubicBezTo>
                  <a:pt x="576" y="23"/>
                  <a:pt x="557" y="0"/>
                  <a:pt x="514" y="0"/>
                </a:cubicBezTo>
                <a:lnTo>
                  <a:pt x="231" y="0"/>
                </a:lnTo>
                <a:cubicBezTo>
                  <a:pt x="231" y="0"/>
                  <a:pt x="103" y="0"/>
                  <a:pt x="103" y="125"/>
                </a:cubicBezTo>
                <a:lnTo>
                  <a:pt x="103" y="175"/>
                </a:lnTo>
                <a:cubicBezTo>
                  <a:pt x="103" y="175"/>
                  <a:pt x="103" y="250"/>
                  <a:pt x="180" y="250"/>
                </a:cubicBezTo>
                <a:lnTo>
                  <a:pt x="514" y="250"/>
                </a:lnTo>
                <a:cubicBezTo>
                  <a:pt x="514" y="250"/>
                  <a:pt x="568" y="249"/>
                  <a:pt x="586" y="206"/>
                </a:cubicBezTo>
                <a:cubicBezTo>
                  <a:pt x="618" y="227"/>
                  <a:pt x="655" y="250"/>
                  <a:pt x="670" y="250"/>
                </a:cubicBezTo>
                <a:cubicBezTo>
                  <a:pt x="695" y="250"/>
                  <a:pt x="695" y="225"/>
                  <a:pt x="695" y="225"/>
                </a:cubicBezTo>
                <a:lnTo>
                  <a:pt x="695" y="25"/>
                </a:lnTo>
                <a:cubicBezTo>
                  <a:pt x="695" y="25"/>
                  <a:pt x="695" y="0"/>
                  <a:pt x="670" y="0"/>
                </a:cubicBezTo>
                <a:moveTo>
                  <a:pt x="0" y="725"/>
                </a:moveTo>
                <a:lnTo>
                  <a:pt x="0" y="500"/>
                </a:lnTo>
                <a:cubicBezTo>
                  <a:pt x="0" y="500"/>
                  <a:pt x="0" y="425"/>
                  <a:pt x="71" y="425"/>
                </a:cubicBezTo>
                <a:lnTo>
                  <a:pt x="334" y="425"/>
                </a:lnTo>
                <a:cubicBezTo>
                  <a:pt x="334" y="425"/>
                  <a:pt x="411" y="425"/>
                  <a:pt x="411" y="500"/>
                </a:cubicBezTo>
                <a:lnTo>
                  <a:pt x="411" y="725"/>
                </a:lnTo>
                <a:lnTo>
                  <a:pt x="360" y="725"/>
                </a:lnTo>
                <a:lnTo>
                  <a:pt x="360" y="500"/>
                </a:lnTo>
                <a:cubicBezTo>
                  <a:pt x="360" y="500"/>
                  <a:pt x="360" y="475"/>
                  <a:pt x="334" y="475"/>
                </a:cubicBezTo>
                <a:lnTo>
                  <a:pt x="77" y="475"/>
                </a:lnTo>
                <a:cubicBezTo>
                  <a:pt x="77" y="475"/>
                  <a:pt x="51" y="475"/>
                  <a:pt x="51" y="500"/>
                </a:cubicBezTo>
                <a:lnTo>
                  <a:pt x="51" y="725"/>
                </a:lnTo>
                <a:lnTo>
                  <a:pt x="0" y="725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テキスト ボックス 177"/>
          <p:cNvSpPr txBox="1"/>
          <p:nvPr/>
        </p:nvSpPr>
        <p:spPr>
          <a:xfrm>
            <a:off x="666720" y="618480"/>
            <a:ext cx="384120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本⽇の注意事項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フリーフォーム: 図形 178"/>
          <p:cNvSpPr/>
          <p:nvPr/>
        </p:nvSpPr>
        <p:spPr>
          <a:xfrm>
            <a:off x="752400" y="242856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1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1"/>
                  <a:pt x="297" y="240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1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1"/>
                  <a:pt x="0" y="160"/>
                </a:cubicBez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40"/>
                  <a:pt x="271" y="47"/>
                </a:cubicBezTo>
                <a:cubicBezTo>
                  <a:pt x="278" y="54"/>
                  <a:pt x="285" y="62"/>
                  <a:pt x="291" y="72"/>
                </a:cubicBezTo>
                <a:cubicBezTo>
                  <a:pt x="297" y="81"/>
                  <a:pt x="302" y="90"/>
                  <a:pt x="306" y="99"/>
                </a:cubicBezTo>
                <a:cubicBezTo>
                  <a:pt x="310" y="109"/>
                  <a:pt x="313" y="119"/>
                  <a:pt x="315" y="129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フリーフォーム: 図形 179"/>
          <p:cNvSpPr/>
          <p:nvPr/>
        </p:nvSpPr>
        <p:spPr>
          <a:xfrm>
            <a:off x="1076040" y="2314080"/>
            <a:ext cx="333720" cy="315360"/>
          </a:xfrm>
          <a:custGeom>
            <a:avLst/>
            <a:gdLst/>
            <a:ahLst/>
            <a:cxnLst/>
            <a:rect l="0" t="0" r="r" b="b"/>
            <a:pathLst>
              <a:path w="927" h="876">
                <a:moveTo>
                  <a:pt x="464" y="0"/>
                </a:moveTo>
                <a:cubicBezTo>
                  <a:pt x="208" y="0"/>
                  <a:pt x="0" y="162"/>
                  <a:pt x="0" y="361"/>
                </a:cubicBezTo>
                <a:cubicBezTo>
                  <a:pt x="0" y="474"/>
                  <a:pt x="67" y="574"/>
                  <a:pt x="170" y="640"/>
                </a:cubicBezTo>
                <a:cubicBezTo>
                  <a:pt x="157" y="699"/>
                  <a:pt x="125" y="787"/>
                  <a:pt x="52" y="876"/>
                </a:cubicBezTo>
                <a:cubicBezTo>
                  <a:pt x="200" y="851"/>
                  <a:pt x="296" y="779"/>
                  <a:pt x="354" y="711"/>
                </a:cubicBezTo>
                <a:cubicBezTo>
                  <a:pt x="390" y="717"/>
                  <a:pt x="426" y="721"/>
                  <a:pt x="464" y="721"/>
                </a:cubicBezTo>
                <a:cubicBezTo>
                  <a:pt x="720" y="721"/>
                  <a:pt x="927" y="560"/>
                  <a:pt x="927" y="361"/>
                </a:cubicBezTo>
                <a:cubicBezTo>
                  <a:pt x="927" y="162"/>
                  <a:pt x="720" y="0"/>
                  <a:pt x="464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フリーフォーム: 図形 180"/>
          <p:cNvSpPr/>
          <p:nvPr/>
        </p:nvSpPr>
        <p:spPr>
          <a:xfrm>
            <a:off x="1224360" y="2425320"/>
            <a:ext cx="37440" cy="37440"/>
          </a:xfrm>
          <a:custGeom>
            <a:avLst/>
            <a:gdLst/>
            <a:ahLst/>
            <a:cxnLst/>
            <a:rect l="0" t="0" r="r" b="b"/>
            <a:pathLst>
              <a:path w="104" h="104">
                <a:moveTo>
                  <a:pt x="104" y="52"/>
                </a:moveTo>
                <a:cubicBezTo>
                  <a:pt x="104" y="59"/>
                  <a:pt x="102" y="66"/>
                  <a:pt x="100" y="72"/>
                </a:cubicBezTo>
                <a:cubicBezTo>
                  <a:pt x="97" y="78"/>
                  <a:pt x="94" y="84"/>
                  <a:pt x="89" y="89"/>
                </a:cubicBezTo>
                <a:cubicBezTo>
                  <a:pt x="84" y="93"/>
                  <a:pt x="78" y="97"/>
                  <a:pt x="72" y="100"/>
                </a:cubicBezTo>
                <a:cubicBezTo>
                  <a:pt x="66" y="102"/>
                  <a:pt x="59" y="104"/>
                  <a:pt x="52" y="104"/>
                </a:cubicBezTo>
                <a:cubicBezTo>
                  <a:pt x="45" y="104"/>
                  <a:pt x="39" y="102"/>
                  <a:pt x="33" y="100"/>
                </a:cubicBezTo>
                <a:cubicBezTo>
                  <a:pt x="26" y="97"/>
                  <a:pt x="21" y="93"/>
                  <a:pt x="15" y="89"/>
                </a:cubicBezTo>
                <a:cubicBezTo>
                  <a:pt x="10" y="84"/>
                  <a:pt x="6" y="78"/>
                  <a:pt x="4" y="72"/>
                </a:cubicBezTo>
                <a:cubicBezTo>
                  <a:pt x="1" y="66"/>
                  <a:pt x="0" y="59"/>
                  <a:pt x="0" y="52"/>
                </a:cubicBezTo>
                <a:cubicBezTo>
                  <a:pt x="0" y="44"/>
                  <a:pt x="1" y="38"/>
                  <a:pt x="4" y="32"/>
                </a:cubicBezTo>
                <a:cubicBezTo>
                  <a:pt x="6" y="25"/>
                  <a:pt x="10" y="20"/>
                  <a:pt x="15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5" y="0"/>
                  <a:pt x="52" y="0"/>
                </a:cubicBezTo>
                <a:cubicBezTo>
                  <a:pt x="59" y="0"/>
                  <a:pt x="66" y="1"/>
                  <a:pt x="72" y="4"/>
                </a:cubicBezTo>
                <a:cubicBezTo>
                  <a:pt x="78" y="6"/>
                  <a:pt x="84" y="10"/>
                  <a:pt x="89" y="15"/>
                </a:cubicBezTo>
                <a:cubicBezTo>
                  <a:pt x="94" y="20"/>
                  <a:pt x="97" y="25"/>
                  <a:pt x="100" y="32"/>
                </a:cubicBezTo>
                <a:cubicBezTo>
                  <a:pt x="102" y="38"/>
                  <a:pt x="104" y="44"/>
                  <a:pt x="104" y="52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フリーフォーム: 図形 181"/>
          <p:cNvSpPr/>
          <p:nvPr/>
        </p:nvSpPr>
        <p:spPr>
          <a:xfrm>
            <a:off x="1298520" y="2425320"/>
            <a:ext cx="37440" cy="37440"/>
          </a:xfrm>
          <a:custGeom>
            <a:avLst/>
            <a:gdLst/>
            <a:ahLst/>
            <a:cxnLst/>
            <a:rect l="0" t="0" r="r" b="b"/>
            <a:pathLst>
              <a:path w="104" h="104">
                <a:moveTo>
                  <a:pt x="104" y="52"/>
                </a:moveTo>
                <a:cubicBezTo>
                  <a:pt x="104" y="59"/>
                  <a:pt x="102" y="66"/>
                  <a:pt x="100" y="72"/>
                </a:cubicBezTo>
                <a:cubicBezTo>
                  <a:pt x="97" y="78"/>
                  <a:pt x="93" y="84"/>
                  <a:pt x="88" y="89"/>
                </a:cubicBezTo>
                <a:cubicBezTo>
                  <a:pt x="84" y="93"/>
                  <a:pt x="78" y="97"/>
                  <a:pt x="72" y="100"/>
                </a:cubicBezTo>
                <a:cubicBezTo>
                  <a:pt x="65" y="102"/>
                  <a:pt x="59" y="104"/>
                  <a:pt x="52" y="104"/>
                </a:cubicBezTo>
                <a:cubicBezTo>
                  <a:pt x="45" y="104"/>
                  <a:pt x="39" y="102"/>
                  <a:pt x="32" y="100"/>
                </a:cubicBezTo>
                <a:cubicBezTo>
                  <a:pt x="26" y="97"/>
                  <a:pt x="21" y="93"/>
                  <a:pt x="16" y="89"/>
                </a:cubicBezTo>
                <a:cubicBezTo>
                  <a:pt x="10" y="84"/>
                  <a:pt x="6" y="78"/>
                  <a:pt x="4" y="72"/>
                </a:cubicBezTo>
                <a:cubicBezTo>
                  <a:pt x="1" y="66"/>
                  <a:pt x="0" y="59"/>
                  <a:pt x="0" y="52"/>
                </a:cubicBezTo>
                <a:cubicBezTo>
                  <a:pt x="0" y="44"/>
                  <a:pt x="1" y="38"/>
                  <a:pt x="4" y="32"/>
                </a:cubicBezTo>
                <a:cubicBezTo>
                  <a:pt x="6" y="25"/>
                  <a:pt x="10" y="20"/>
                  <a:pt x="16" y="15"/>
                </a:cubicBezTo>
                <a:cubicBezTo>
                  <a:pt x="21" y="10"/>
                  <a:pt x="26" y="6"/>
                  <a:pt x="32" y="4"/>
                </a:cubicBezTo>
                <a:cubicBezTo>
                  <a:pt x="39" y="1"/>
                  <a:pt x="45" y="0"/>
                  <a:pt x="52" y="0"/>
                </a:cubicBezTo>
                <a:cubicBezTo>
                  <a:pt x="59" y="0"/>
                  <a:pt x="65" y="1"/>
                  <a:pt x="72" y="4"/>
                </a:cubicBezTo>
                <a:cubicBezTo>
                  <a:pt x="78" y="6"/>
                  <a:pt x="84" y="10"/>
                  <a:pt x="88" y="15"/>
                </a:cubicBezTo>
                <a:cubicBezTo>
                  <a:pt x="93" y="20"/>
                  <a:pt x="97" y="25"/>
                  <a:pt x="100" y="32"/>
                </a:cubicBezTo>
                <a:cubicBezTo>
                  <a:pt x="102" y="38"/>
                  <a:pt x="104" y="44"/>
                  <a:pt x="104" y="52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フリーフォーム: 図形 182"/>
          <p:cNvSpPr/>
          <p:nvPr/>
        </p:nvSpPr>
        <p:spPr>
          <a:xfrm>
            <a:off x="1150200" y="2425320"/>
            <a:ext cx="37440" cy="37440"/>
          </a:xfrm>
          <a:custGeom>
            <a:avLst/>
            <a:gdLst/>
            <a:ahLst/>
            <a:cxnLst/>
            <a:rect l="0" t="0" r="r" b="b"/>
            <a:pathLst>
              <a:path w="104" h="104">
                <a:moveTo>
                  <a:pt x="104" y="52"/>
                </a:moveTo>
                <a:cubicBezTo>
                  <a:pt x="104" y="59"/>
                  <a:pt x="103" y="66"/>
                  <a:pt x="100" y="72"/>
                </a:cubicBezTo>
                <a:cubicBezTo>
                  <a:pt x="97" y="78"/>
                  <a:pt x="94" y="84"/>
                  <a:pt x="89" y="89"/>
                </a:cubicBezTo>
                <a:cubicBezTo>
                  <a:pt x="84" y="93"/>
                  <a:pt x="79" y="97"/>
                  <a:pt x="72" y="100"/>
                </a:cubicBezTo>
                <a:cubicBezTo>
                  <a:pt x="66" y="102"/>
                  <a:pt x="59" y="104"/>
                  <a:pt x="53" y="104"/>
                </a:cubicBezTo>
                <a:cubicBezTo>
                  <a:pt x="46" y="104"/>
                  <a:pt x="39" y="102"/>
                  <a:pt x="33" y="100"/>
                </a:cubicBezTo>
                <a:cubicBezTo>
                  <a:pt x="27" y="97"/>
                  <a:pt x="21" y="93"/>
                  <a:pt x="15" y="89"/>
                </a:cubicBezTo>
                <a:cubicBezTo>
                  <a:pt x="10" y="84"/>
                  <a:pt x="7" y="78"/>
                  <a:pt x="4" y="72"/>
                </a:cubicBezTo>
                <a:cubicBezTo>
                  <a:pt x="1" y="66"/>
                  <a:pt x="0" y="59"/>
                  <a:pt x="0" y="52"/>
                </a:cubicBezTo>
                <a:cubicBezTo>
                  <a:pt x="0" y="44"/>
                  <a:pt x="1" y="38"/>
                  <a:pt x="4" y="32"/>
                </a:cubicBezTo>
                <a:cubicBezTo>
                  <a:pt x="7" y="25"/>
                  <a:pt x="10" y="20"/>
                  <a:pt x="15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59" y="0"/>
                  <a:pt x="66" y="1"/>
                  <a:pt x="72" y="4"/>
                </a:cubicBezTo>
                <a:cubicBezTo>
                  <a:pt x="79" y="6"/>
                  <a:pt x="84" y="10"/>
                  <a:pt x="89" y="15"/>
                </a:cubicBezTo>
                <a:cubicBezTo>
                  <a:pt x="94" y="20"/>
                  <a:pt x="97" y="25"/>
                  <a:pt x="100" y="32"/>
                </a:cubicBezTo>
                <a:cubicBezTo>
                  <a:pt x="103" y="38"/>
                  <a:pt x="104" y="44"/>
                  <a:pt x="104" y="52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テキスト ボックス 183"/>
          <p:cNvSpPr txBox="1"/>
          <p:nvPr/>
        </p:nvSpPr>
        <p:spPr>
          <a:xfrm>
            <a:off x="1422000" y="1721520"/>
            <a:ext cx="696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配信は録画されています（アーカイブ視聴可）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フリーフォーム: 図形 184"/>
          <p:cNvSpPr/>
          <p:nvPr/>
        </p:nvSpPr>
        <p:spPr>
          <a:xfrm>
            <a:off x="752400" y="297144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1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1"/>
                  <a:pt x="297" y="240"/>
                  <a:pt x="291" y="248"/>
                </a:cubicBezTo>
                <a:cubicBezTo>
                  <a:pt x="285" y="257"/>
                  <a:pt x="278" y="265"/>
                  <a:pt x="271" y="273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3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1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1"/>
                  <a:pt x="0" y="160"/>
                </a:cubicBezTo>
                <a:cubicBezTo>
                  <a:pt x="0" y="150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2"/>
                  <a:pt x="148" y="0"/>
                  <a:pt x="158" y="0"/>
                </a:cubicBezTo>
                <a:cubicBezTo>
                  <a:pt x="169" y="0"/>
                  <a:pt x="179" y="2"/>
                  <a:pt x="189" y="4"/>
                </a:cubicBezTo>
                <a:cubicBezTo>
                  <a:pt x="200" y="6"/>
                  <a:pt x="210" y="9"/>
                  <a:pt x="219" y="13"/>
                </a:cubicBezTo>
                <a:cubicBezTo>
                  <a:pt x="229" y="17"/>
                  <a:pt x="238" y="21"/>
                  <a:pt x="247" y="27"/>
                </a:cubicBezTo>
                <a:cubicBezTo>
                  <a:pt x="255" y="33"/>
                  <a:pt x="263" y="40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80"/>
                  <a:pt x="302" y="89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フリーフォーム: 図形 185"/>
          <p:cNvSpPr/>
          <p:nvPr/>
        </p:nvSpPr>
        <p:spPr>
          <a:xfrm>
            <a:off x="1085400" y="2847960"/>
            <a:ext cx="278280" cy="324000"/>
          </a:xfrm>
          <a:custGeom>
            <a:avLst/>
            <a:gdLst/>
            <a:ahLst/>
            <a:cxnLst/>
            <a:rect l="0" t="0" r="r" b="b"/>
            <a:pathLst>
              <a:path w="773" h="900">
                <a:moveTo>
                  <a:pt x="773" y="800"/>
                </a:moveTo>
                <a:cubicBezTo>
                  <a:pt x="773" y="855"/>
                  <a:pt x="727" y="900"/>
                  <a:pt x="670" y="900"/>
                </a:cubicBezTo>
                <a:lnTo>
                  <a:pt x="103" y="900"/>
                </a:lnTo>
                <a:cubicBezTo>
                  <a:pt x="46" y="900"/>
                  <a:pt x="0" y="855"/>
                  <a:pt x="0" y="800"/>
                </a:cubicBezTo>
                <a:lnTo>
                  <a:pt x="0" y="99"/>
                </a:lnTo>
                <a:cubicBezTo>
                  <a:pt x="0" y="44"/>
                  <a:pt x="46" y="0"/>
                  <a:pt x="103" y="0"/>
                </a:cubicBezTo>
                <a:lnTo>
                  <a:pt x="670" y="0"/>
                </a:lnTo>
                <a:cubicBezTo>
                  <a:pt x="727" y="0"/>
                  <a:pt x="773" y="44"/>
                  <a:pt x="773" y="99"/>
                </a:cubicBezTo>
                <a:lnTo>
                  <a:pt x="773" y="800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フリーフォーム: 図形 186"/>
          <p:cNvSpPr/>
          <p:nvPr/>
        </p:nvSpPr>
        <p:spPr>
          <a:xfrm>
            <a:off x="1122480" y="2910600"/>
            <a:ext cx="204120" cy="198360"/>
          </a:xfrm>
          <a:custGeom>
            <a:avLst/>
            <a:gdLst/>
            <a:ahLst/>
            <a:cxnLst/>
            <a:rect l="0" t="0" r="r" b="b"/>
            <a:pathLst>
              <a:path w="567" h="551">
                <a:moveTo>
                  <a:pt x="567" y="426"/>
                </a:moveTo>
                <a:cubicBezTo>
                  <a:pt x="567" y="440"/>
                  <a:pt x="554" y="451"/>
                  <a:pt x="540" y="451"/>
                </a:cubicBezTo>
                <a:lnTo>
                  <a:pt x="26" y="451"/>
                </a:lnTo>
                <a:cubicBezTo>
                  <a:pt x="11" y="451"/>
                  <a:pt x="0" y="440"/>
                  <a:pt x="0" y="426"/>
                </a:cubicBezTo>
                <a:cubicBezTo>
                  <a:pt x="0" y="411"/>
                  <a:pt x="11" y="400"/>
                  <a:pt x="26" y="400"/>
                </a:cubicBezTo>
                <a:lnTo>
                  <a:pt x="540" y="400"/>
                </a:lnTo>
                <a:cubicBezTo>
                  <a:pt x="554" y="400"/>
                  <a:pt x="567" y="411"/>
                  <a:pt x="567" y="426"/>
                </a:cubicBezTo>
                <a:moveTo>
                  <a:pt x="154" y="526"/>
                </a:moveTo>
                <a:cubicBezTo>
                  <a:pt x="154" y="540"/>
                  <a:pt x="143" y="551"/>
                  <a:pt x="129" y="551"/>
                </a:cubicBezTo>
                <a:lnTo>
                  <a:pt x="26" y="551"/>
                </a:lnTo>
                <a:cubicBezTo>
                  <a:pt x="11" y="551"/>
                  <a:pt x="0" y="540"/>
                  <a:pt x="0" y="526"/>
                </a:cubicBezTo>
                <a:cubicBezTo>
                  <a:pt x="0" y="512"/>
                  <a:pt x="11" y="501"/>
                  <a:pt x="26" y="501"/>
                </a:cubicBezTo>
                <a:lnTo>
                  <a:pt x="129" y="501"/>
                </a:lnTo>
                <a:cubicBezTo>
                  <a:pt x="143" y="501"/>
                  <a:pt x="154" y="512"/>
                  <a:pt x="154" y="526"/>
                </a:cubicBezTo>
                <a:moveTo>
                  <a:pt x="567" y="25"/>
                </a:moveTo>
                <a:cubicBezTo>
                  <a:pt x="567" y="39"/>
                  <a:pt x="554" y="50"/>
                  <a:pt x="540" y="50"/>
                </a:cubicBezTo>
                <a:lnTo>
                  <a:pt x="26" y="50"/>
                </a:lnTo>
                <a:cubicBezTo>
                  <a:pt x="11" y="50"/>
                  <a:pt x="0" y="39"/>
                  <a:pt x="0" y="25"/>
                </a:cubicBezTo>
                <a:cubicBezTo>
                  <a:pt x="0" y="12"/>
                  <a:pt x="11" y="0"/>
                  <a:pt x="26" y="0"/>
                </a:cubicBezTo>
                <a:lnTo>
                  <a:pt x="540" y="0"/>
                </a:lnTo>
                <a:cubicBezTo>
                  <a:pt x="554" y="0"/>
                  <a:pt x="567" y="12"/>
                  <a:pt x="567" y="25"/>
                </a:cubicBezTo>
                <a:moveTo>
                  <a:pt x="567" y="125"/>
                </a:moveTo>
                <a:cubicBezTo>
                  <a:pt x="567" y="139"/>
                  <a:pt x="554" y="150"/>
                  <a:pt x="540" y="150"/>
                </a:cubicBezTo>
                <a:lnTo>
                  <a:pt x="26" y="150"/>
                </a:lnTo>
                <a:cubicBezTo>
                  <a:pt x="11" y="150"/>
                  <a:pt x="0" y="139"/>
                  <a:pt x="0" y="125"/>
                </a:cubicBezTo>
                <a:cubicBezTo>
                  <a:pt x="0" y="112"/>
                  <a:pt x="11" y="100"/>
                  <a:pt x="26" y="100"/>
                </a:cubicBezTo>
                <a:lnTo>
                  <a:pt x="540" y="100"/>
                </a:lnTo>
                <a:cubicBezTo>
                  <a:pt x="554" y="100"/>
                  <a:pt x="567" y="112"/>
                  <a:pt x="567" y="125"/>
                </a:cubicBezTo>
                <a:moveTo>
                  <a:pt x="567" y="225"/>
                </a:moveTo>
                <a:cubicBezTo>
                  <a:pt x="567" y="239"/>
                  <a:pt x="554" y="250"/>
                  <a:pt x="540" y="250"/>
                </a:cubicBezTo>
                <a:lnTo>
                  <a:pt x="26" y="250"/>
                </a:lnTo>
                <a:cubicBezTo>
                  <a:pt x="11" y="250"/>
                  <a:pt x="0" y="239"/>
                  <a:pt x="0" y="225"/>
                </a:cubicBezTo>
                <a:cubicBezTo>
                  <a:pt x="0" y="212"/>
                  <a:pt x="11" y="200"/>
                  <a:pt x="26" y="200"/>
                </a:cubicBezTo>
                <a:lnTo>
                  <a:pt x="540" y="200"/>
                </a:lnTo>
                <a:cubicBezTo>
                  <a:pt x="554" y="200"/>
                  <a:pt x="567" y="212"/>
                  <a:pt x="567" y="225"/>
                </a:cubicBezTo>
                <a:moveTo>
                  <a:pt x="567" y="325"/>
                </a:moveTo>
                <a:cubicBezTo>
                  <a:pt x="567" y="339"/>
                  <a:pt x="554" y="350"/>
                  <a:pt x="540" y="350"/>
                </a:cubicBezTo>
                <a:lnTo>
                  <a:pt x="26" y="350"/>
                </a:lnTo>
                <a:cubicBezTo>
                  <a:pt x="11" y="350"/>
                  <a:pt x="0" y="339"/>
                  <a:pt x="0" y="325"/>
                </a:cubicBezTo>
                <a:cubicBezTo>
                  <a:pt x="0" y="311"/>
                  <a:pt x="11" y="300"/>
                  <a:pt x="26" y="300"/>
                </a:cubicBezTo>
                <a:lnTo>
                  <a:pt x="540" y="300"/>
                </a:lnTo>
                <a:cubicBezTo>
                  <a:pt x="554" y="300"/>
                  <a:pt x="567" y="311"/>
                  <a:pt x="567" y="325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フリーフォーム: 図形 187"/>
          <p:cNvSpPr/>
          <p:nvPr/>
        </p:nvSpPr>
        <p:spPr>
          <a:xfrm>
            <a:off x="1155240" y="2900520"/>
            <a:ext cx="208440" cy="208440"/>
          </a:xfrm>
          <a:custGeom>
            <a:avLst/>
            <a:gdLst/>
            <a:ahLst/>
            <a:cxnLst/>
            <a:rect l="0" t="0" r="r" b="b"/>
            <a:pathLst>
              <a:path w="579" h="579">
                <a:moveTo>
                  <a:pt x="579" y="10"/>
                </a:moveTo>
                <a:cubicBezTo>
                  <a:pt x="557" y="-3"/>
                  <a:pt x="530" y="-4"/>
                  <a:pt x="513" y="10"/>
                </a:cubicBezTo>
                <a:lnTo>
                  <a:pt x="492" y="26"/>
                </a:lnTo>
                <a:lnTo>
                  <a:pt x="454" y="56"/>
                </a:lnTo>
                <a:lnTo>
                  <a:pt x="452" y="58"/>
                </a:lnTo>
                <a:lnTo>
                  <a:pt x="391" y="107"/>
                </a:lnTo>
                <a:lnTo>
                  <a:pt x="85" y="350"/>
                </a:lnTo>
                <a:cubicBezTo>
                  <a:pt x="74" y="358"/>
                  <a:pt x="65" y="380"/>
                  <a:pt x="55" y="401"/>
                </a:cubicBezTo>
                <a:cubicBezTo>
                  <a:pt x="45" y="423"/>
                  <a:pt x="30" y="473"/>
                  <a:pt x="18" y="511"/>
                </a:cubicBezTo>
                <a:cubicBezTo>
                  <a:pt x="14" y="517"/>
                  <a:pt x="-10" y="557"/>
                  <a:pt x="4" y="572"/>
                </a:cubicBezTo>
                <a:cubicBezTo>
                  <a:pt x="17" y="588"/>
                  <a:pt x="63" y="573"/>
                  <a:pt x="70" y="571"/>
                </a:cubicBezTo>
                <a:cubicBezTo>
                  <a:pt x="112" y="566"/>
                  <a:pt x="166" y="561"/>
                  <a:pt x="189" y="556"/>
                </a:cubicBezTo>
                <a:cubicBezTo>
                  <a:pt x="213" y="551"/>
                  <a:pt x="237" y="546"/>
                  <a:pt x="248" y="537"/>
                </a:cubicBezTo>
                <a:lnTo>
                  <a:pt x="249" y="537"/>
                </a:lnTo>
                <a:lnTo>
                  <a:pt x="555" y="294"/>
                </a:lnTo>
                <a:lnTo>
                  <a:pt x="575" y="278"/>
                </a:lnTo>
                <a:lnTo>
                  <a:pt x="579" y="275"/>
                </a:lnTo>
                <a:lnTo>
                  <a:pt x="579" y="10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フリーフォーム: 図形 188"/>
          <p:cNvSpPr/>
          <p:nvPr/>
        </p:nvSpPr>
        <p:spPr>
          <a:xfrm>
            <a:off x="1158480" y="3005280"/>
            <a:ext cx="89280" cy="86760"/>
          </a:xfrm>
          <a:custGeom>
            <a:avLst/>
            <a:gdLst/>
            <a:ahLst/>
            <a:cxnLst/>
            <a:rect l="0" t="0" r="r" b="b"/>
            <a:pathLst>
              <a:path w="248" h="241">
                <a:moveTo>
                  <a:pt x="239" y="125"/>
                </a:moveTo>
                <a:cubicBezTo>
                  <a:pt x="239" y="125"/>
                  <a:pt x="206" y="78"/>
                  <a:pt x="185" y="62"/>
                </a:cubicBezTo>
                <a:cubicBezTo>
                  <a:pt x="167" y="41"/>
                  <a:pt x="119" y="9"/>
                  <a:pt x="119" y="9"/>
                </a:cubicBezTo>
                <a:cubicBezTo>
                  <a:pt x="107" y="-2"/>
                  <a:pt x="87" y="-3"/>
                  <a:pt x="76" y="8"/>
                </a:cubicBezTo>
                <a:cubicBezTo>
                  <a:pt x="65" y="19"/>
                  <a:pt x="56" y="42"/>
                  <a:pt x="46" y="65"/>
                </a:cubicBezTo>
                <a:cubicBezTo>
                  <a:pt x="34" y="94"/>
                  <a:pt x="13" y="170"/>
                  <a:pt x="0" y="210"/>
                </a:cubicBezTo>
                <a:cubicBezTo>
                  <a:pt x="-2" y="216"/>
                  <a:pt x="14" y="198"/>
                  <a:pt x="13" y="204"/>
                </a:cubicBezTo>
                <a:cubicBezTo>
                  <a:pt x="13" y="209"/>
                  <a:pt x="14" y="214"/>
                  <a:pt x="15" y="219"/>
                </a:cubicBezTo>
                <a:lnTo>
                  <a:pt x="12" y="223"/>
                </a:lnTo>
                <a:lnTo>
                  <a:pt x="17" y="225"/>
                </a:lnTo>
                <a:cubicBezTo>
                  <a:pt x="18" y="227"/>
                  <a:pt x="18" y="228"/>
                  <a:pt x="19" y="230"/>
                </a:cubicBezTo>
                <a:lnTo>
                  <a:pt x="23" y="226"/>
                </a:lnTo>
                <a:cubicBezTo>
                  <a:pt x="28" y="227"/>
                  <a:pt x="33" y="228"/>
                  <a:pt x="38" y="228"/>
                </a:cubicBezTo>
                <a:cubicBezTo>
                  <a:pt x="44" y="228"/>
                  <a:pt x="25" y="243"/>
                  <a:pt x="32" y="241"/>
                </a:cubicBezTo>
                <a:cubicBezTo>
                  <a:pt x="73" y="228"/>
                  <a:pt x="152" y="208"/>
                  <a:pt x="181" y="196"/>
                </a:cubicBezTo>
                <a:cubicBezTo>
                  <a:pt x="205" y="187"/>
                  <a:pt x="229" y="178"/>
                  <a:pt x="240" y="167"/>
                </a:cubicBezTo>
                <a:cubicBezTo>
                  <a:pt x="251" y="156"/>
                  <a:pt x="251" y="138"/>
                  <a:pt x="239" y="125"/>
                </a:cubicBez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フリーフォーム: 図形 189"/>
          <p:cNvSpPr/>
          <p:nvPr/>
        </p:nvSpPr>
        <p:spPr>
          <a:xfrm>
            <a:off x="1304640" y="2852640"/>
            <a:ext cx="100440" cy="97560"/>
          </a:xfrm>
          <a:custGeom>
            <a:avLst/>
            <a:gdLst/>
            <a:ahLst/>
            <a:cxnLst/>
            <a:rect l="0" t="0" r="r" b="b"/>
            <a:pathLst>
              <a:path w="279" h="271">
                <a:moveTo>
                  <a:pt x="17" y="97"/>
                </a:moveTo>
                <a:cubicBezTo>
                  <a:pt x="-5" y="119"/>
                  <a:pt x="-5" y="155"/>
                  <a:pt x="17" y="176"/>
                </a:cubicBezTo>
                <a:lnTo>
                  <a:pt x="99" y="256"/>
                </a:lnTo>
                <a:cubicBezTo>
                  <a:pt x="121" y="277"/>
                  <a:pt x="159" y="277"/>
                  <a:pt x="181" y="256"/>
                </a:cubicBezTo>
                <a:lnTo>
                  <a:pt x="263" y="176"/>
                </a:lnTo>
                <a:cubicBezTo>
                  <a:pt x="285" y="155"/>
                  <a:pt x="285" y="119"/>
                  <a:pt x="263" y="97"/>
                </a:cubicBezTo>
                <a:lnTo>
                  <a:pt x="181" y="17"/>
                </a:lnTo>
                <a:cubicBezTo>
                  <a:pt x="159" y="-5"/>
                  <a:pt x="121" y="-5"/>
                  <a:pt x="99" y="17"/>
                </a:cubicBezTo>
                <a:lnTo>
                  <a:pt x="17" y="97"/>
                </a:ln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フリーフォーム: 図形 190"/>
          <p:cNvSpPr/>
          <p:nvPr/>
        </p:nvSpPr>
        <p:spPr>
          <a:xfrm>
            <a:off x="1185840" y="2901240"/>
            <a:ext cx="169200" cy="164160"/>
          </a:xfrm>
          <a:custGeom>
            <a:avLst/>
            <a:gdLst/>
            <a:ahLst/>
            <a:cxnLst/>
            <a:rect l="0" t="0" r="r" b="b"/>
            <a:pathLst>
              <a:path w="470" h="456">
                <a:moveTo>
                  <a:pt x="0" y="297"/>
                </a:moveTo>
                <a:lnTo>
                  <a:pt x="82" y="377"/>
                </a:lnTo>
                <a:lnTo>
                  <a:pt x="163" y="456"/>
                </a:lnTo>
                <a:lnTo>
                  <a:pt x="470" y="158"/>
                </a:lnTo>
                <a:lnTo>
                  <a:pt x="307" y="0"/>
                </a:lnTo>
                <a:lnTo>
                  <a:pt x="0" y="297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フリーフォーム: 図形 191"/>
          <p:cNvSpPr/>
          <p:nvPr/>
        </p:nvSpPr>
        <p:spPr>
          <a:xfrm>
            <a:off x="1155240" y="3070080"/>
            <a:ext cx="25920" cy="25200"/>
          </a:xfrm>
          <a:custGeom>
            <a:avLst/>
            <a:gdLst/>
            <a:ahLst/>
            <a:cxnLst/>
            <a:rect l="0" t="0" r="r" b="b"/>
            <a:pathLst>
              <a:path w="72" h="70">
                <a:moveTo>
                  <a:pt x="72" y="51"/>
                </a:moveTo>
                <a:cubicBezTo>
                  <a:pt x="72" y="51"/>
                  <a:pt x="18" y="80"/>
                  <a:pt x="4" y="66"/>
                </a:cubicBezTo>
                <a:cubicBezTo>
                  <a:pt x="-11" y="51"/>
                  <a:pt x="19" y="0"/>
                  <a:pt x="19" y="0"/>
                </a:cubicBezTo>
                <a:cubicBezTo>
                  <a:pt x="19" y="0"/>
                  <a:pt x="70" y="1"/>
                  <a:pt x="72" y="51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フリーフォーム: 図形 192"/>
          <p:cNvSpPr/>
          <p:nvPr/>
        </p:nvSpPr>
        <p:spPr>
          <a:xfrm>
            <a:off x="1296000" y="2865600"/>
            <a:ext cx="95760" cy="92880"/>
          </a:xfrm>
          <a:custGeom>
            <a:avLst/>
            <a:gdLst/>
            <a:ahLst/>
            <a:cxnLst/>
            <a:rect l="0" t="0" r="r" b="b"/>
            <a:pathLst>
              <a:path w="266" h="258">
                <a:moveTo>
                  <a:pt x="0" y="99"/>
                </a:moveTo>
                <a:lnTo>
                  <a:pt x="102" y="0"/>
                </a:lnTo>
                <a:lnTo>
                  <a:pt x="266" y="159"/>
                </a:lnTo>
                <a:lnTo>
                  <a:pt x="163" y="258"/>
                </a:lnTo>
                <a:lnTo>
                  <a:pt x="0" y="99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フリーフォーム: 図形 193"/>
          <p:cNvSpPr/>
          <p:nvPr/>
        </p:nvSpPr>
        <p:spPr>
          <a:xfrm>
            <a:off x="1303200" y="2872800"/>
            <a:ext cx="81000" cy="78480"/>
          </a:xfrm>
          <a:custGeom>
            <a:avLst/>
            <a:gdLst/>
            <a:ahLst/>
            <a:cxnLst/>
            <a:rect l="0" t="0" r="r" b="b"/>
            <a:pathLst>
              <a:path w="225" h="218">
                <a:moveTo>
                  <a:pt x="41" y="19"/>
                </a:moveTo>
                <a:lnTo>
                  <a:pt x="61" y="0"/>
                </a:lnTo>
                <a:lnTo>
                  <a:pt x="225" y="159"/>
                </a:lnTo>
                <a:lnTo>
                  <a:pt x="205" y="179"/>
                </a:lnTo>
                <a:lnTo>
                  <a:pt x="41" y="19"/>
                </a:lnTo>
                <a:moveTo>
                  <a:pt x="0" y="59"/>
                </a:moveTo>
                <a:lnTo>
                  <a:pt x="20" y="39"/>
                </a:lnTo>
                <a:lnTo>
                  <a:pt x="184" y="199"/>
                </a:lnTo>
                <a:lnTo>
                  <a:pt x="164" y="218"/>
                </a:lnTo>
                <a:lnTo>
                  <a:pt x="0" y="59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テキスト ボックス 194"/>
          <p:cNvSpPr txBox="1"/>
          <p:nvPr/>
        </p:nvSpPr>
        <p:spPr>
          <a:xfrm>
            <a:off x="1422000" y="2255040"/>
            <a:ext cx="369900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質問・コメント⼤歓迎︕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テキスト ボックス 195"/>
          <p:cNvSpPr txBox="1"/>
          <p:nvPr/>
        </p:nvSpPr>
        <p:spPr>
          <a:xfrm>
            <a:off x="1422000" y="2797920"/>
            <a:ext cx="61340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Q&amp;A</a:t>
            </a:r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セッションでまとめてお答えします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テキスト ボックス 196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6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フリーフォーム: 図形 1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フリーフォーム: 図形 1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フリーフォーム: 図形 1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フリーフォーム: 図形 200"/>
          <p:cNvSpPr/>
          <p:nvPr/>
        </p:nvSpPr>
        <p:spPr>
          <a:xfrm>
            <a:off x="685440" y="1168200"/>
            <a:ext cx="228960" cy="216360"/>
          </a:xfrm>
          <a:custGeom>
            <a:avLst/>
            <a:gdLst/>
            <a:ahLst/>
            <a:cxnLst/>
            <a:rect l="0" t="0" r="r" b="b"/>
            <a:pathLst>
              <a:path w="636" h="601">
                <a:moveTo>
                  <a:pt x="319" y="0"/>
                </a:moveTo>
                <a:cubicBezTo>
                  <a:pt x="143" y="0"/>
                  <a:pt x="0" y="112"/>
                  <a:pt x="0" y="248"/>
                </a:cubicBezTo>
                <a:cubicBezTo>
                  <a:pt x="0" y="325"/>
                  <a:pt x="46" y="394"/>
                  <a:pt x="117" y="439"/>
                </a:cubicBezTo>
                <a:cubicBezTo>
                  <a:pt x="108" y="480"/>
                  <a:pt x="86" y="540"/>
                  <a:pt x="36" y="601"/>
                </a:cubicBezTo>
                <a:cubicBezTo>
                  <a:pt x="137" y="584"/>
                  <a:pt x="202" y="534"/>
                  <a:pt x="242" y="488"/>
                </a:cubicBezTo>
                <a:cubicBezTo>
                  <a:pt x="267" y="492"/>
                  <a:pt x="292" y="495"/>
                  <a:pt x="319" y="495"/>
                </a:cubicBezTo>
                <a:cubicBezTo>
                  <a:pt x="494" y="495"/>
                  <a:pt x="636" y="384"/>
                  <a:pt x="636" y="248"/>
                </a:cubicBezTo>
                <a:cubicBezTo>
                  <a:pt x="636" y="112"/>
                  <a:pt x="494" y="0"/>
                  <a:pt x="319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フリーフォーム: 図形 201"/>
          <p:cNvSpPr/>
          <p:nvPr/>
        </p:nvSpPr>
        <p:spPr>
          <a:xfrm>
            <a:off x="787320" y="1244520"/>
            <a:ext cx="25560" cy="25560"/>
          </a:xfrm>
          <a:custGeom>
            <a:avLst/>
            <a:gdLst/>
            <a:ahLst/>
            <a:cxnLst/>
            <a:rect l="0" t="0" r="r" b="b"/>
            <a:pathLst>
              <a:path w="71" h="71">
                <a:moveTo>
                  <a:pt x="71" y="36"/>
                </a:moveTo>
                <a:cubicBezTo>
                  <a:pt x="71" y="41"/>
                  <a:pt x="70" y="45"/>
                  <a:pt x="69" y="50"/>
                </a:cubicBezTo>
                <a:cubicBezTo>
                  <a:pt x="67" y="54"/>
                  <a:pt x="64" y="58"/>
                  <a:pt x="61" y="61"/>
                </a:cubicBezTo>
                <a:cubicBezTo>
                  <a:pt x="58" y="64"/>
                  <a:pt x="54" y="67"/>
                  <a:pt x="50" y="69"/>
                </a:cubicBezTo>
                <a:cubicBezTo>
                  <a:pt x="45" y="70"/>
                  <a:pt x="41" y="71"/>
                  <a:pt x="36" y="71"/>
                </a:cubicBezTo>
                <a:cubicBezTo>
                  <a:pt x="31" y="71"/>
                  <a:pt x="27" y="70"/>
                  <a:pt x="22" y="69"/>
                </a:cubicBezTo>
                <a:cubicBezTo>
                  <a:pt x="17" y="67"/>
                  <a:pt x="13" y="64"/>
                  <a:pt x="10" y="61"/>
                </a:cubicBezTo>
                <a:cubicBezTo>
                  <a:pt x="7" y="58"/>
                  <a:pt x="4" y="54"/>
                  <a:pt x="2" y="50"/>
                </a:cubicBezTo>
                <a:cubicBezTo>
                  <a:pt x="1" y="45"/>
                  <a:pt x="0" y="41"/>
                  <a:pt x="0" y="36"/>
                </a:cubicBezTo>
                <a:cubicBezTo>
                  <a:pt x="0" y="31"/>
                  <a:pt x="1" y="27"/>
                  <a:pt x="2" y="22"/>
                </a:cubicBezTo>
                <a:cubicBezTo>
                  <a:pt x="4" y="18"/>
                  <a:pt x="7" y="14"/>
                  <a:pt x="10" y="11"/>
                </a:cubicBezTo>
                <a:cubicBezTo>
                  <a:pt x="13" y="7"/>
                  <a:pt x="17" y="4"/>
                  <a:pt x="22" y="2"/>
                </a:cubicBezTo>
                <a:cubicBezTo>
                  <a:pt x="27" y="1"/>
                  <a:pt x="31" y="0"/>
                  <a:pt x="36" y="0"/>
                </a:cubicBezTo>
                <a:cubicBezTo>
                  <a:pt x="41" y="0"/>
                  <a:pt x="45" y="1"/>
                  <a:pt x="50" y="2"/>
                </a:cubicBezTo>
                <a:cubicBezTo>
                  <a:pt x="54" y="4"/>
                  <a:pt x="58" y="7"/>
                  <a:pt x="61" y="11"/>
                </a:cubicBezTo>
                <a:cubicBezTo>
                  <a:pt x="64" y="14"/>
                  <a:pt x="67" y="18"/>
                  <a:pt x="69" y="22"/>
                </a:cubicBezTo>
                <a:cubicBezTo>
                  <a:pt x="70" y="27"/>
                  <a:pt x="71" y="31"/>
                  <a:pt x="71" y="3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フリーフォーム: 図形 202"/>
          <p:cNvSpPr/>
          <p:nvPr/>
        </p:nvSpPr>
        <p:spPr>
          <a:xfrm>
            <a:off x="838080" y="1244520"/>
            <a:ext cx="25560" cy="25560"/>
          </a:xfrm>
          <a:custGeom>
            <a:avLst/>
            <a:gdLst/>
            <a:ahLst/>
            <a:cxnLst/>
            <a:rect l="0" t="0" r="r" b="b"/>
            <a:pathLst>
              <a:path w="71" h="71">
                <a:moveTo>
                  <a:pt x="71" y="36"/>
                </a:moveTo>
                <a:cubicBezTo>
                  <a:pt x="71" y="41"/>
                  <a:pt x="70" y="45"/>
                  <a:pt x="69" y="50"/>
                </a:cubicBezTo>
                <a:cubicBezTo>
                  <a:pt x="67" y="54"/>
                  <a:pt x="64" y="58"/>
                  <a:pt x="61" y="61"/>
                </a:cubicBezTo>
                <a:cubicBezTo>
                  <a:pt x="58" y="64"/>
                  <a:pt x="54" y="67"/>
                  <a:pt x="50" y="69"/>
                </a:cubicBezTo>
                <a:cubicBezTo>
                  <a:pt x="45" y="70"/>
                  <a:pt x="41" y="71"/>
                  <a:pt x="36" y="71"/>
                </a:cubicBezTo>
                <a:cubicBezTo>
                  <a:pt x="31" y="71"/>
                  <a:pt x="27" y="70"/>
                  <a:pt x="23" y="69"/>
                </a:cubicBezTo>
                <a:cubicBezTo>
                  <a:pt x="18" y="67"/>
                  <a:pt x="13" y="64"/>
                  <a:pt x="10" y="61"/>
                </a:cubicBezTo>
                <a:cubicBezTo>
                  <a:pt x="7" y="58"/>
                  <a:pt x="4" y="54"/>
                  <a:pt x="3" y="50"/>
                </a:cubicBezTo>
                <a:cubicBezTo>
                  <a:pt x="1" y="45"/>
                  <a:pt x="0" y="41"/>
                  <a:pt x="0" y="36"/>
                </a:cubicBezTo>
                <a:cubicBezTo>
                  <a:pt x="0" y="31"/>
                  <a:pt x="1" y="27"/>
                  <a:pt x="3" y="22"/>
                </a:cubicBezTo>
                <a:cubicBezTo>
                  <a:pt x="4" y="18"/>
                  <a:pt x="7" y="14"/>
                  <a:pt x="10" y="11"/>
                </a:cubicBezTo>
                <a:cubicBezTo>
                  <a:pt x="13" y="7"/>
                  <a:pt x="18" y="4"/>
                  <a:pt x="23" y="2"/>
                </a:cubicBezTo>
                <a:cubicBezTo>
                  <a:pt x="27" y="1"/>
                  <a:pt x="31" y="0"/>
                  <a:pt x="36" y="0"/>
                </a:cubicBezTo>
                <a:cubicBezTo>
                  <a:pt x="41" y="0"/>
                  <a:pt x="45" y="1"/>
                  <a:pt x="50" y="2"/>
                </a:cubicBezTo>
                <a:cubicBezTo>
                  <a:pt x="54" y="4"/>
                  <a:pt x="58" y="7"/>
                  <a:pt x="61" y="11"/>
                </a:cubicBezTo>
                <a:cubicBezTo>
                  <a:pt x="64" y="14"/>
                  <a:pt x="67" y="18"/>
                  <a:pt x="69" y="22"/>
                </a:cubicBezTo>
                <a:cubicBezTo>
                  <a:pt x="70" y="27"/>
                  <a:pt x="71" y="31"/>
                  <a:pt x="71" y="3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フリーフォーム: 図形 203"/>
          <p:cNvSpPr/>
          <p:nvPr/>
        </p:nvSpPr>
        <p:spPr>
          <a:xfrm>
            <a:off x="736560" y="1244520"/>
            <a:ext cx="25560" cy="25560"/>
          </a:xfrm>
          <a:custGeom>
            <a:avLst/>
            <a:gdLst/>
            <a:ahLst/>
            <a:cxnLst/>
            <a:rect l="0" t="0" r="r" b="b"/>
            <a:pathLst>
              <a:path w="71" h="71">
                <a:moveTo>
                  <a:pt x="71" y="36"/>
                </a:moveTo>
                <a:cubicBezTo>
                  <a:pt x="71" y="41"/>
                  <a:pt x="70" y="45"/>
                  <a:pt x="68" y="50"/>
                </a:cubicBezTo>
                <a:cubicBezTo>
                  <a:pt x="67" y="54"/>
                  <a:pt x="64" y="58"/>
                  <a:pt x="61" y="61"/>
                </a:cubicBezTo>
                <a:cubicBezTo>
                  <a:pt x="58" y="64"/>
                  <a:pt x="54" y="67"/>
                  <a:pt x="49" y="69"/>
                </a:cubicBezTo>
                <a:cubicBezTo>
                  <a:pt x="45" y="70"/>
                  <a:pt x="41" y="71"/>
                  <a:pt x="36" y="71"/>
                </a:cubicBezTo>
                <a:cubicBezTo>
                  <a:pt x="31" y="71"/>
                  <a:pt x="27" y="70"/>
                  <a:pt x="22" y="69"/>
                </a:cubicBezTo>
                <a:cubicBezTo>
                  <a:pt x="17" y="67"/>
                  <a:pt x="13" y="64"/>
                  <a:pt x="10" y="61"/>
                </a:cubicBezTo>
                <a:cubicBezTo>
                  <a:pt x="7" y="58"/>
                  <a:pt x="4" y="54"/>
                  <a:pt x="2" y="50"/>
                </a:cubicBezTo>
                <a:cubicBezTo>
                  <a:pt x="1" y="45"/>
                  <a:pt x="0" y="41"/>
                  <a:pt x="0" y="36"/>
                </a:cubicBezTo>
                <a:cubicBezTo>
                  <a:pt x="0" y="31"/>
                  <a:pt x="1" y="27"/>
                  <a:pt x="2" y="22"/>
                </a:cubicBezTo>
                <a:cubicBezTo>
                  <a:pt x="4" y="18"/>
                  <a:pt x="7" y="14"/>
                  <a:pt x="10" y="11"/>
                </a:cubicBezTo>
                <a:cubicBezTo>
                  <a:pt x="13" y="7"/>
                  <a:pt x="17" y="4"/>
                  <a:pt x="22" y="2"/>
                </a:cubicBezTo>
                <a:cubicBezTo>
                  <a:pt x="27" y="1"/>
                  <a:pt x="31" y="0"/>
                  <a:pt x="36" y="0"/>
                </a:cubicBezTo>
                <a:cubicBezTo>
                  <a:pt x="41" y="0"/>
                  <a:pt x="45" y="1"/>
                  <a:pt x="49" y="2"/>
                </a:cubicBezTo>
                <a:cubicBezTo>
                  <a:pt x="54" y="4"/>
                  <a:pt x="58" y="7"/>
                  <a:pt x="61" y="11"/>
                </a:cubicBezTo>
                <a:cubicBezTo>
                  <a:pt x="64" y="14"/>
                  <a:pt x="67" y="18"/>
                  <a:pt x="68" y="22"/>
                </a:cubicBezTo>
                <a:cubicBezTo>
                  <a:pt x="70" y="27"/>
                  <a:pt x="71" y="31"/>
                  <a:pt x="71" y="36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テキスト ボックス 204"/>
          <p:cNvSpPr txBox="1"/>
          <p:nvPr/>
        </p:nvSpPr>
        <p:spPr>
          <a:xfrm>
            <a:off x="666720" y="642600"/>
            <a:ext cx="246960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6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質問・コメント⽅法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フリーフォーム: 図形 205"/>
          <p:cNvSpPr/>
          <p:nvPr/>
        </p:nvSpPr>
        <p:spPr>
          <a:xfrm>
            <a:off x="838080" y="1780920"/>
            <a:ext cx="76320" cy="76680"/>
          </a:xfrm>
          <a:custGeom>
            <a:avLst/>
            <a:gdLst/>
            <a:ahLst/>
            <a:cxn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1" y="42"/>
                  <a:pt x="31" y="32"/>
                </a:cubicBezTo>
                <a:cubicBezTo>
                  <a:pt x="41" y="22"/>
                  <a:pt x="52" y="15"/>
                  <a:pt x="65" y="8"/>
                </a:cubicBezTo>
                <a:cubicBezTo>
                  <a:pt x="78" y="3"/>
                  <a:pt x="92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5"/>
                  <a:pt x="172" y="22"/>
                  <a:pt x="182" y="32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テキスト ボックス 206"/>
          <p:cNvSpPr txBox="1"/>
          <p:nvPr/>
        </p:nvSpPr>
        <p:spPr>
          <a:xfrm>
            <a:off x="929520" y="1129320"/>
            <a:ext cx="4867560" cy="34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YouTube</a:t>
            </a:r>
            <a:r>
              <a:rPr lang="ja-JP" sz="18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チャットで質問・コメント⼤歓迎︕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フリーフォーム: 図形 207"/>
          <p:cNvSpPr/>
          <p:nvPr/>
        </p:nvSpPr>
        <p:spPr>
          <a:xfrm>
            <a:off x="838080" y="212400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6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テキスト ボックス 208"/>
          <p:cNvSpPr txBox="1"/>
          <p:nvPr/>
        </p:nvSpPr>
        <p:spPr>
          <a:xfrm>
            <a:off x="1047600" y="1667880"/>
            <a:ext cx="43214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62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右側のライブチャット欄から投稿してください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フリーフォーム: 図形 209"/>
          <p:cNvSpPr/>
          <p:nvPr/>
        </p:nvSpPr>
        <p:spPr>
          <a:xfrm>
            <a:off x="838080" y="2457360"/>
            <a:ext cx="76320" cy="76320"/>
          </a:xfrm>
          <a:custGeom>
            <a:avLst/>
            <a:gdLst/>
            <a:ahLst/>
            <a:cxn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1" y="42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2" y="93"/>
                  <a:pt x="212" y="107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テキスト ボックス 210"/>
          <p:cNvSpPr txBox="1"/>
          <p:nvPr/>
        </p:nvSpPr>
        <p:spPr>
          <a:xfrm>
            <a:off x="1047600" y="2010600"/>
            <a:ext cx="308700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62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セッション中でもお気軽にどうぞ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テキスト ボックス 211"/>
          <p:cNvSpPr txBox="1"/>
          <p:nvPr/>
        </p:nvSpPr>
        <p:spPr>
          <a:xfrm>
            <a:off x="1047600" y="2344320"/>
            <a:ext cx="3704040" cy="308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62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固定コメントに各種リンクを掲載します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テキスト ボックス 212"/>
          <p:cNvSpPr txBox="1"/>
          <p:nvPr/>
        </p:nvSpPr>
        <p:spPr>
          <a:xfrm>
            <a:off x="11828160" y="6387840"/>
            <a:ext cx="1825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4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7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フリーフォーム: 図形 2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フリーフォーム: 図形 2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フリーフォーム: 図形 2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テキスト ボックス 216"/>
          <p:cNvSpPr txBox="1"/>
          <p:nvPr/>
        </p:nvSpPr>
        <p:spPr>
          <a:xfrm>
            <a:off x="4002840" y="135900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セッション①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テキスト ボックス 217"/>
          <p:cNvSpPr txBox="1"/>
          <p:nvPr/>
        </p:nvSpPr>
        <p:spPr>
          <a:xfrm>
            <a:off x="694440" y="2571120"/>
            <a:ext cx="103996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Microsoft "Adaptive Cloud" Updates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テキスト ボックス 218"/>
          <p:cNvSpPr txBox="1"/>
          <p:nvPr/>
        </p:nvSpPr>
        <p:spPr>
          <a:xfrm>
            <a:off x="4196160" y="3675240"/>
            <a:ext cx="36576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スピーカー︓⾼添 修 ⽒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フリーフォーム: 図形 219"/>
          <p:cNvSpPr/>
          <p:nvPr/>
        </p:nvSpPr>
        <p:spPr>
          <a:xfrm>
            <a:off x="3990960" y="5047920"/>
            <a:ext cx="38160" cy="29520"/>
          </a:xfrm>
          <a:custGeom>
            <a:avLst/>
            <a:gdLst/>
            <a:ahLst/>
            <a:cxnLst/>
            <a:rect l="0" t="0" r="r" b="b"/>
            <a:pathLst>
              <a:path w="106" h="82">
                <a:moveTo>
                  <a:pt x="0" y="0"/>
                </a:moveTo>
                <a:lnTo>
                  <a:pt x="106" y="0"/>
                </a:lnTo>
                <a:lnTo>
                  <a:pt x="106" y="82"/>
                </a:lnTo>
                <a:lnTo>
                  <a:pt x="0" y="82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フリーフォーム: 図形 220"/>
          <p:cNvSpPr/>
          <p:nvPr/>
        </p:nvSpPr>
        <p:spPr>
          <a:xfrm>
            <a:off x="3952800" y="5010120"/>
            <a:ext cx="186120" cy="105120"/>
          </a:xfrm>
          <a:custGeom>
            <a:avLst/>
            <a:gdLst/>
            <a:ahLst/>
            <a:cxn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cubicBezTo>
                  <a:pt x="0" y="82"/>
                  <a:pt x="24" y="105"/>
                  <a:pt x="53" y="105"/>
                </a:cubicBezTo>
                <a:lnTo>
                  <a:pt x="265" y="105"/>
                </a:lnTo>
                <a:cubicBezTo>
                  <a:pt x="294" y="105"/>
                  <a:pt x="318" y="82"/>
                  <a:pt x="318" y="52"/>
                </a:cubicBezTo>
                <a:cubicBezTo>
                  <a:pt x="318" y="23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0"/>
                  <a:pt x="384" y="168"/>
                </a:cubicBezTo>
                <a:cubicBezTo>
                  <a:pt x="403" y="146"/>
                  <a:pt x="437" y="144"/>
                  <a:pt x="459" y="163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フリーフォーム: 図形 221"/>
          <p:cNvSpPr/>
          <p:nvPr/>
        </p:nvSpPr>
        <p:spPr>
          <a:xfrm>
            <a:off x="3904920" y="5095800"/>
            <a:ext cx="209880" cy="209880"/>
          </a:xfrm>
          <a:custGeom>
            <a:avLst/>
            <a:gdLst/>
            <a:ahLst/>
            <a:cxn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7"/>
                  <a:pt x="569" y="385"/>
                  <a:pt x="561" y="403"/>
                </a:cubicBezTo>
                <a:cubicBezTo>
                  <a:pt x="554" y="421"/>
                  <a:pt x="545" y="438"/>
                  <a:pt x="534" y="453"/>
                </a:cubicBezTo>
                <a:cubicBezTo>
                  <a:pt x="524" y="469"/>
                  <a:pt x="512" y="484"/>
                  <a:pt x="497" y="498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3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3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8"/>
                </a:cubicBezTo>
                <a:cubicBezTo>
                  <a:pt x="72" y="484"/>
                  <a:pt x="60" y="469"/>
                  <a:pt x="49" y="453"/>
                </a:cubicBezTo>
                <a:cubicBezTo>
                  <a:pt x="39" y="438"/>
                  <a:pt x="30" y="421"/>
                  <a:pt x="23" y="403"/>
                </a:cubicBezTo>
                <a:cubicBezTo>
                  <a:pt x="15" y="385"/>
                  <a:pt x="10" y="367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3"/>
                  <a:pt x="39" y="146"/>
                  <a:pt x="49" y="130"/>
                </a:cubicBezTo>
                <a:cubicBezTo>
                  <a:pt x="60" y="114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5"/>
                </a:cubicBezTo>
                <a:cubicBezTo>
                  <a:pt x="367" y="9"/>
                  <a:pt x="385" y="15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1"/>
                  <a:pt x="497" y="85"/>
                </a:cubicBezTo>
                <a:cubicBezTo>
                  <a:pt x="512" y="98"/>
                  <a:pt x="524" y="114"/>
                  <a:pt x="534" y="130"/>
                </a:cubicBezTo>
                <a:cubicBezTo>
                  <a:pt x="545" y="146"/>
                  <a:pt x="554" y="163"/>
                  <a:pt x="561" y="180"/>
                </a:cubicBezTo>
                <a:cubicBezTo>
                  <a:pt x="569" y="198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フリーフォーム: 図形 222"/>
          <p:cNvSpPr/>
          <p:nvPr/>
        </p:nvSpPr>
        <p:spPr>
          <a:xfrm>
            <a:off x="3876480" y="506700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0"/>
                  <a:pt x="210" y="80"/>
                  <a:pt x="370" y="80"/>
                </a:cubicBezTo>
                <a:cubicBezTo>
                  <a:pt x="531" y="80"/>
                  <a:pt x="661" y="210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フリーフォーム: 図形 223"/>
          <p:cNvSpPr/>
          <p:nvPr/>
        </p:nvSpPr>
        <p:spPr>
          <a:xfrm>
            <a:off x="3990960" y="5190840"/>
            <a:ext cx="114480" cy="19440"/>
          </a:xfrm>
          <a:custGeom>
            <a:avLst/>
            <a:gdLst/>
            <a:ahLst/>
            <a:cxn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3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3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フリーフォーム: 図形 224"/>
          <p:cNvSpPr/>
          <p:nvPr/>
        </p:nvSpPr>
        <p:spPr>
          <a:xfrm>
            <a:off x="4000320" y="510516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0"/>
                  <a:pt x="46" y="46"/>
                </a:cubicBezTo>
                <a:cubicBezTo>
                  <a:pt x="40" y="51"/>
                  <a:pt x="34" y="54"/>
                  <a:pt x="26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0"/>
                  <a:pt x="0" y="34"/>
                  <a:pt x="0" y="27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フリーフォーム: 図形 225"/>
          <p:cNvSpPr/>
          <p:nvPr/>
        </p:nvSpPr>
        <p:spPr>
          <a:xfrm>
            <a:off x="4000320" y="527652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7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5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フリーフォーム: 図形 226"/>
          <p:cNvSpPr/>
          <p:nvPr/>
        </p:nvSpPr>
        <p:spPr>
          <a:xfrm>
            <a:off x="3943080" y="5133960"/>
            <a:ext cx="19440" cy="19080"/>
          </a:xfrm>
          <a:custGeom>
            <a:avLst/>
            <a:gdLst/>
            <a:ahLst/>
            <a:cxnLst/>
            <a:rect l="0" t="0" r="r" b="b"/>
            <a:pathLst>
              <a:path w="54" h="53">
                <a:moveTo>
                  <a:pt x="54" y="27"/>
                </a:moveTo>
                <a:cubicBezTo>
                  <a:pt x="54" y="34"/>
                  <a:pt x="52" y="41"/>
                  <a:pt x="46" y="46"/>
                </a:cubicBezTo>
                <a:cubicBezTo>
                  <a:pt x="40" y="51"/>
                  <a:pt x="34" y="53"/>
                  <a:pt x="27" y="53"/>
                </a:cubicBezTo>
                <a:cubicBezTo>
                  <a:pt x="19" y="53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20"/>
                  <a:pt x="3" y="12"/>
                  <a:pt x="8" y="7"/>
                </a:cubicBezTo>
                <a:cubicBezTo>
                  <a:pt x="13" y="2"/>
                  <a:pt x="19" y="0"/>
                  <a:pt x="27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2" y="12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フリーフォーム: 図形 227"/>
          <p:cNvSpPr/>
          <p:nvPr/>
        </p:nvSpPr>
        <p:spPr>
          <a:xfrm>
            <a:off x="4057560" y="52480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7"/>
                </a:cubicBezTo>
                <a:cubicBezTo>
                  <a:pt x="0" y="20"/>
                  <a:pt x="2" y="14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4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フリーフォーム: 図形 228"/>
          <p:cNvSpPr/>
          <p:nvPr/>
        </p:nvSpPr>
        <p:spPr>
          <a:xfrm>
            <a:off x="3914640" y="519084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2"/>
                  <a:pt x="35" y="54"/>
                  <a:pt x="27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4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フリーフォーム: 図形 229"/>
          <p:cNvSpPr/>
          <p:nvPr/>
        </p:nvSpPr>
        <p:spPr>
          <a:xfrm>
            <a:off x="4057560" y="5133960"/>
            <a:ext cx="19440" cy="19080"/>
          </a:xfrm>
          <a:custGeom>
            <a:avLst/>
            <a:gdLst/>
            <a:ahLst/>
            <a:cxnLst/>
            <a:rect l="0" t="0" r="r" b="b"/>
            <a:pathLst>
              <a:path w="54" h="53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1" y="51"/>
                  <a:pt x="34" y="53"/>
                  <a:pt x="26" y="53"/>
                </a:cubicBezTo>
                <a:cubicBezTo>
                  <a:pt x="19" y="53"/>
                  <a:pt x="13" y="51"/>
                  <a:pt x="7" y="46"/>
                </a:cubicBezTo>
                <a:cubicBezTo>
                  <a:pt x="2" y="41"/>
                  <a:pt x="0" y="34"/>
                  <a:pt x="0" y="27"/>
                </a:cubicBezTo>
                <a:cubicBezTo>
                  <a:pt x="0" y="20"/>
                  <a:pt x="2" y="12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2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フリーフォーム: 図形 230"/>
          <p:cNvSpPr/>
          <p:nvPr/>
        </p:nvSpPr>
        <p:spPr>
          <a:xfrm>
            <a:off x="3943080" y="518148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4"/>
                  <a:pt x="8" y="194"/>
                </a:cubicBezTo>
                <a:lnTo>
                  <a:pt x="194" y="9"/>
                </a:lnTo>
                <a:cubicBezTo>
                  <a:pt x="205" y="-3"/>
                  <a:pt x="221" y="-3"/>
                  <a:pt x="232" y="9"/>
                </a:cubicBezTo>
                <a:cubicBezTo>
                  <a:pt x="242" y="19"/>
                  <a:pt x="242" y="36"/>
                  <a:pt x="232" y="46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テキスト ボックス 231"/>
          <p:cNvSpPr txBox="1"/>
          <p:nvPr/>
        </p:nvSpPr>
        <p:spPr>
          <a:xfrm>
            <a:off x="3789720" y="4141800"/>
            <a:ext cx="44586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⽇本マイクロソフト株式会社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テキスト ボックス 232"/>
          <p:cNvSpPr txBox="1"/>
          <p:nvPr/>
        </p:nvSpPr>
        <p:spPr>
          <a:xfrm>
            <a:off x="4203360" y="494208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14:05 - 14:25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テキスト ボックス 233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8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フリーフォーム: 図形 2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フリーフォーム: 図形 2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フリーフォーム: 図形 2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フリーフォーム: 図形 237"/>
          <p:cNvSpPr/>
          <p:nvPr/>
        </p:nvSpPr>
        <p:spPr>
          <a:xfrm>
            <a:off x="2933640" y="2919960"/>
            <a:ext cx="552600" cy="513360"/>
          </a:xfrm>
          <a:custGeom>
            <a:avLst/>
            <a:gdLst/>
            <a:ahLst/>
            <a:cxnLst/>
            <a:rect l="0" t="0" r="r" b="b"/>
            <a:pathLst>
              <a:path w="1535" h="1426">
                <a:moveTo>
                  <a:pt x="768" y="0"/>
                </a:moveTo>
                <a:cubicBezTo>
                  <a:pt x="344" y="0"/>
                  <a:pt x="0" y="263"/>
                  <a:pt x="0" y="587"/>
                </a:cubicBezTo>
                <a:cubicBezTo>
                  <a:pt x="0" y="770"/>
                  <a:pt x="109" y="933"/>
                  <a:pt x="281" y="1041"/>
                </a:cubicBezTo>
                <a:cubicBezTo>
                  <a:pt x="259" y="1137"/>
                  <a:pt x="207" y="1282"/>
                  <a:pt x="85" y="1426"/>
                </a:cubicBezTo>
                <a:cubicBezTo>
                  <a:pt x="331" y="1385"/>
                  <a:pt x="488" y="1268"/>
                  <a:pt x="585" y="1157"/>
                </a:cubicBezTo>
                <a:cubicBezTo>
                  <a:pt x="644" y="1168"/>
                  <a:pt x="705" y="1174"/>
                  <a:pt x="768" y="1174"/>
                </a:cubicBezTo>
                <a:cubicBezTo>
                  <a:pt x="1192" y="1174"/>
                  <a:pt x="1535" y="911"/>
                  <a:pt x="1535" y="587"/>
                </a:cubicBezTo>
                <a:cubicBezTo>
                  <a:pt x="1535" y="263"/>
                  <a:pt x="1192" y="0"/>
                  <a:pt x="768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フリーフォーム: 図形 238"/>
          <p:cNvSpPr/>
          <p:nvPr/>
        </p:nvSpPr>
        <p:spPr>
          <a:xfrm>
            <a:off x="317916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フリーフォーム: 図形 239"/>
          <p:cNvSpPr/>
          <p:nvPr/>
        </p:nvSpPr>
        <p:spPr>
          <a:xfrm>
            <a:off x="330192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フリーフォーム: 図形 240"/>
          <p:cNvSpPr/>
          <p:nvPr/>
        </p:nvSpPr>
        <p:spPr>
          <a:xfrm>
            <a:off x="305640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テキスト ボックス 241"/>
          <p:cNvSpPr txBox="1"/>
          <p:nvPr/>
        </p:nvSpPr>
        <p:spPr>
          <a:xfrm>
            <a:off x="3507840" y="1606680"/>
            <a:ext cx="52603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Q&amp;A</a:t>
            </a:r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フリーフォーム: 図形 242"/>
          <p:cNvSpPr/>
          <p:nvPr/>
        </p:nvSpPr>
        <p:spPr>
          <a:xfrm>
            <a:off x="752400" y="408600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8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テキスト ボックス 243"/>
          <p:cNvSpPr txBox="1"/>
          <p:nvPr/>
        </p:nvSpPr>
        <p:spPr>
          <a:xfrm>
            <a:off x="3511440" y="2818800"/>
            <a:ext cx="56692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質問にお答えします︕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フリーフォーム: 図形 244"/>
          <p:cNvSpPr/>
          <p:nvPr/>
        </p:nvSpPr>
        <p:spPr>
          <a:xfrm>
            <a:off x="3990960" y="4800240"/>
            <a:ext cx="38160" cy="29160"/>
          </a:xfrm>
          <a:custGeom>
            <a:avLst/>
            <a:gdLst/>
            <a:ahLst/>
            <a:cxnLst/>
            <a:rect l="0" t="0" r="r" b="b"/>
            <a:pathLst>
              <a:path w="106" h="81">
                <a:moveTo>
                  <a:pt x="0" y="0"/>
                </a:moveTo>
                <a:lnTo>
                  <a:pt x="106" y="0"/>
                </a:lnTo>
                <a:lnTo>
                  <a:pt x="10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フリーフォーム: 図形 245"/>
          <p:cNvSpPr/>
          <p:nvPr/>
        </p:nvSpPr>
        <p:spPr>
          <a:xfrm>
            <a:off x="3952800" y="4762440"/>
            <a:ext cx="186120" cy="105120"/>
          </a:xfrm>
          <a:custGeom>
            <a:avLst/>
            <a:gdLst/>
            <a:ahLst/>
            <a:cxn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4"/>
                  <a:pt x="0" y="54"/>
                </a:cubicBezTo>
                <a:cubicBezTo>
                  <a:pt x="0" y="83"/>
                  <a:pt x="24" y="106"/>
                  <a:pt x="53" y="106"/>
                </a:cubicBezTo>
                <a:lnTo>
                  <a:pt x="265" y="106"/>
                </a:lnTo>
                <a:cubicBezTo>
                  <a:pt x="294" y="106"/>
                  <a:pt x="318" y="83"/>
                  <a:pt x="318" y="54"/>
                </a:cubicBezTo>
                <a:cubicBezTo>
                  <a:pt x="318" y="24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1"/>
                  <a:pt x="384" y="169"/>
                </a:cubicBezTo>
                <a:cubicBezTo>
                  <a:pt x="403" y="147"/>
                  <a:pt x="437" y="145"/>
                  <a:pt x="459" y="164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フリーフォーム: 図形 246"/>
          <p:cNvSpPr/>
          <p:nvPr/>
        </p:nvSpPr>
        <p:spPr>
          <a:xfrm>
            <a:off x="3904920" y="4848120"/>
            <a:ext cx="209880" cy="209880"/>
          </a:xfrm>
          <a:custGeom>
            <a:avLst/>
            <a:gdLst/>
            <a:ahLst/>
            <a:cxn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7"/>
                  <a:pt x="569" y="386"/>
                  <a:pt x="561" y="403"/>
                </a:cubicBezTo>
                <a:cubicBezTo>
                  <a:pt x="554" y="421"/>
                  <a:pt x="545" y="438"/>
                  <a:pt x="534" y="454"/>
                </a:cubicBezTo>
                <a:cubicBezTo>
                  <a:pt x="524" y="469"/>
                  <a:pt x="512" y="484"/>
                  <a:pt x="497" y="498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4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4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8"/>
                </a:cubicBezTo>
                <a:cubicBezTo>
                  <a:pt x="72" y="484"/>
                  <a:pt x="60" y="469"/>
                  <a:pt x="49" y="454"/>
                </a:cubicBezTo>
                <a:cubicBezTo>
                  <a:pt x="39" y="438"/>
                  <a:pt x="30" y="421"/>
                  <a:pt x="23" y="403"/>
                </a:cubicBezTo>
                <a:cubicBezTo>
                  <a:pt x="15" y="386"/>
                  <a:pt x="10" y="367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5"/>
                </a:cubicBezTo>
                <a:cubicBezTo>
                  <a:pt x="367" y="9"/>
                  <a:pt x="385" y="15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2"/>
                  <a:pt x="497" y="85"/>
                </a:cubicBezTo>
                <a:cubicBezTo>
                  <a:pt x="512" y="99"/>
                  <a:pt x="524" y="113"/>
                  <a:pt x="534" y="129"/>
                </a:cubicBezTo>
                <a:cubicBezTo>
                  <a:pt x="545" y="145"/>
                  <a:pt x="554" y="162"/>
                  <a:pt x="561" y="179"/>
                </a:cubicBezTo>
                <a:cubicBezTo>
                  <a:pt x="569" y="197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フリーフォーム: 図形 247"/>
          <p:cNvSpPr/>
          <p:nvPr/>
        </p:nvSpPr>
        <p:spPr>
          <a:xfrm>
            <a:off x="3876480" y="481932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0"/>
                  <a:pt x="210" y="80"/>
                  <a:pt x="370" y="80"/>
                </a:cubicBezTo>
                <a:cubicBezTo>
                  <a:pt x="531" y="80"/>
                  <a:pt x="661" y="210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フリーフォーム: 図形 248"/>
          <p:cNvSpPr/>
          <p:nvPr/>
        </p:nvSpPr>
        <p:spPr>
          <a:xfrm>
            <a:off x="3990960" y="4943160"/>
            <a:ext cx="114480" cy="19440"/>
          </a:xfrm>
          <a:custGeom>
            <a:avLst/>
            <a:gdLst/>
            <a:ahLst/>
            <a:cxn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2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2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フリーフォーム: 図形 249"/>
          <p:cNvSpPr/>
          <p:nvPr/>
        </p:nvSpPr>
        <p:spPr>
          <a:xfrm>
            <a:off x="4000320" y="48574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3" y="41"/>
                  <a:pt x="0" y="35"/>
                  <a:pt x="0" y="28"/>
                </a:cubicBezTo>
                <a:cubicBezTo>
                  <a:pt x="0" y="20"/>
                  <a:pt x="3" y="14"/>
                  <a:pt x="8" y="9"/>
                </a:cubicBezTo>
                <a:cubicBezTo>
                  <a:pt x="13" y="4"/>
                  <a:pt x="19" y="0"/>
                  <a:pt x="26" y="0"/>
                </a:cubicBezTo>
                <a:cubicBezTo>
                  <a:pt x="34" y="0"/>
                  <a:pt x="40" y="4"/>
                  <a:pt x="46" y="9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フリーフォーム: 図形 250"/>
          <p:cNvSpPr/>
          <p:nvPr/>
        </p:nvSpPr>
        <p:spPr>
          <a:xfrm>
            <a:off x="4000320" y="502884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7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フリーフォーム: 図形 251"/>
          <p:cNvSpPr/>
          <p:nvPr/>
        </p:nvSpPr>
        <p:spPr>
          <a:xfrm>
            <a:off x="3943080" y="48862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2" y="41"/>
                  <a:pt x="46" y="46"/>
                </a:cubicBezTo>
                <a:cubicBezTo>
                  <a:pt x="40" y="51"/>
                  <a:pt x="34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19"/>
                  <a:pt x="3" y="13"/>
                  <a:pt x="8" y="7"/>
                </a:cubicBezTo>
                <a:cubicBezTo>
                  <a:pt x="13" y="2"/>
                  <a:pt x="19" y="0"/>
                  <a:pt x="27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2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フリーフォーム: 図形 252"/>
          <p:cNvSpPr/>
          <p:nvPr/>
        </p:nvSpPr>
        <p:spPr>
          <a:xfrm>
            <a:off x="4057560" y="500040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19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3"/>
                  <a:pt x="54" y="19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フリーフォーム: 図形 253"/>
          <p:cNvSpPr/>
          <p:nvPr/>
        </p:nvSpPr>
        <p:spPr>
          <a:xfrm>
            <a:off x="3914640" y="494316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7"/>
                </a:cubicBezTo>
                <a:cubicBezTo>
                  <a:pt x="41" y="52"/>
                  <a:pt x="35" y="54"/>
                  <a:pt x="27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3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フリーフォーム: 図形 254"/>
          <p:cNvSpPr/>
          <p:nvPr/>
        </p:nvSpPr>
        <p:spPr>
          <a:xfrm>
            <a:off x="4057560" y="48862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4"/>
                  <a:pt x="0" y="27"/>
                </a:cubicBezTo>
                <a:cubicBezTo>
                  <a:pt x="0" y="19"/>
                  <a:pt x="2" y="13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フリーフォーム: 図形 255"/>
          <p:cNvSpPr/>
          <p:nvPr/>
        </p:nvSpPr>
        <p:spPr>
          <a:xfrm>
            <a:off x="3943080" y="49338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3"/>
                  <a:pt x="8" y="193"/>
                </a:cubicBezTo>
                <a:lnTo>
                  <a:pt x="194" y="8"/>
                </a:lnTo>
                <a:cubicBezTo>
                  <a:pt x="205" y="-3"/>
                  <a:pt x="221" y="-3"/>
                  <a:pt x="232" y="8"/>
                </a:cubicBezTo>
                <a:cubicBezTo>
                  <a:pt x="242" y="18"/>
                  <a:pt x="242" y="35"/>
                  <a:pt x="232" y="45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テキスト ボックス 256"/>
          <p:cNvSpPr txBox="1"/>
          <p:nvPr/>
        </p:nvSpPr>
        <p:spPr>
          <a:xfrm>
            <a:off x="1047600" y="3912480"/>
            <a:ext cx="3914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どんな質問でも⼤歓迎です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テキスト ボックス 257"/>
          <p:cNvSpPr txBox="1"/>
          <p:nvPr/>
        </p:nvSpPr>
        <p:spPr>
          <a:xfrm>
            <a:off x="4203360" y="470376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14:25 - 14:35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テキスト ボックス 258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9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フリーフォーム: 図形 2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フリーフォーム: 図形 2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フリーフォーム: 図形 2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テキスト ボックス 262"/>
          <p:cNvSpPr txBox="1"/>
          <p:nvPr/>
        </p:nvSpPr>
        <p:spPr>
          <a:xfrm>
            <a:off x="4002840" y="60660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セッション②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テキスト ボックス 263"/>
          <p:cNvSpPr txBox="1"/>
          <p:nvPr/>
        </p:nvSpPr>
        <p:spPr>
          <a:xfrm>
            <a:off x="1740240" y="1818720"/>
            <a:ext cx="868572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AD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に依存しないクラスタの世界へ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テキスト ボックス 264"/>
          <p:cNvSpPr txBox="1"/>
          <p:nvPr/>
        </p:nvSpPr>
        <p:spPr>
          <a:xfrm>
            <a:off x="1323720" y="2561760"/>
            <a:ext cx="103125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̶̶On-Prem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から</a:t>
            </a:r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Azure Local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まで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テキスト ボックス 265"/>
          <p:cNvSpPr txBox="1"/>
          <p:nvPr/>
        </p:nvSpPr>
        <p:spPr>
          <a:xfrm>
            <a:off x="5031720" y="3656160"/>
            <a:ext cx="2058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スピーカー︓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テキスト ボックス 266"/>
          <p:cNvSpPr txBox="1"/>
          <p:nvPr/>
        </p:nvSpPr>
        <p:spPr>
          <a:xfrm>
            <a:off x="3599640" y="4122720"/>
            <a:ext cx="479988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松本 秀太 ⽒ </a:t>
            </a:r>
            <a:r>
              <a:rPr lang="ja-JP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三井情報株式会社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テキスト ボックス 267"/>
          <p:cNvSpPr txBox="1"/>
          <p:nvPr/>
        </p:nvSpPr>
        <p:spPr>
          <a:xfrm>
            <a:off x="2598120" y="4589640"/>
            <a:ext cx="674388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 </a:t>
            </a:r>
            <a:r>
              <a:rPr lang="ja-JP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⽇本ビジネスシステムズ株式会社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フリーフォーム: 図形 268"/>
          <p:cNvSpPr/>
          <p:nvPr/>
        </p:nvSpPr>
        <p:spPr>
          <a:xfrm>
            <a:off x="3990960" y="5952960"/>
            <a:ext cx="38160" cy="28800"/>
          </a:xfrm>
          <a:custGeom>
            <a:avLst/>
            <a:gdLst/>
            <a:ahLst/>
            <a:cxnLst/>
            <a:rect l="0" t="0" r="r" b="b"/>
            <a:pathLst>
              <a:path w="106" h="80">
                <a:moveTo>
                  <a:pt x="0" y="0"/>
                </a:moveTo>
                <a:lnTo>
                  <a:pt x="106" y="0"/>
                </a:lnTo>
                <a:lnTo>
                  <a:pt x="106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フリーフォーム: 図形 269"/>
          <p:cNvSpPr/>
          <p:nvPr/>
        </p:nvSpPr>
        <p:spPr>
          <a:xfrm>
            <a:off x="3952800" y="5914800"/>
            <a:ext cx="186120" cy="105120"/>
          </a:xfrm>
          <a:custGeom>
            <a:avLst/>
            <a:gdLst/>
            <a:ahLst/>
            <a:cxn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5"/>
                  <a:pt x="0" y="54"/>
                </a:cubicBezTo>
                <a:cubicBezTo>
                  <a:pt x="0" y="83"/>
                  <a:pt x="24" y="107"/>
                  <a:pt x="53" y="107"/>
                </a:cubicBezTo>
                <a:lnTo>
                  <a:pt x="265" y="107"/>
                </a:lnTo>
                <a:cubicBezTo>
                  <a:pt x="294" y="107"/>
                  <a:pt x="318" y="83"/>
                  <a:pt x="318" y="54"/>
                </a:cubicBezTo>
                <a:cubicBezTo>
                  <a:pt x="318" y="25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1"/>
                  <a:pt x="384" y="170"/>
                </a:cubicBezTo>
                <a:cubicBezTo>
                  <a:pt x="403" y="148"/>
                  <a:pt x="437" y="145"/>
                  <a:pt x="459" y="165"/>
                </a:cubicBezTo>
                <a:lnTo>
                  <a:pt x="499" y="200"/>
                </a:lnTo>
                <a:cubicBezTo>
                  <a:pt x="521" y="219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フリーフォーム: 図形 270"/>
          <p:cNvSpPr/>
          <p:nvPr/>
        </p:nvSpPr>
        <p:spPr>
          <a:xfrm>
            <a:off x="3904920" y="6000480"/>
            <a:ext cx="209880" cy="209880"/>
          </a:xfrm>
          <a:custGeom>
            <a:avLst/>
            <a:gdLst/>
            <a:ahLst/>
            <a:cxnLst/>
            <a:rect l="0" t="0" r="r" b="b"/>
            <a:pathLst>
              <a:path w="583" h="583">
                <a:moveTo>
                  <a:pt x="583" y="291"/>
                </a:moveTo>
                <a:cubicBezTo>
                  <a:pt x="583" y="310"/>
                  <a:pt x="582" y="329"/>
                  <a:pt x="578" y="348"/>
                </a:cubicBezTo>
                <a:cubicBezTo>
                  <a:pt x="574" y="367"/>
                  <a:pt x="569" y="385"/>
                  <a:pt x="561" y="403"/>
                </a:cubicBezTo>
                <a:cubicBezTo>
                  <a:pt x="554" y="420"/>
                  <a:pt x="545" y="437"/>
                  <a:pt x="534" y="453"/>
                </a:cubicBezTo>
                <a:cubicBezTo>
                  <a:pt x="524" y="469"/>
                  <a:pt x="512" y="484"/>
                  <a:pt x="497" y="497"/>
                </a:cubicBezTo>
                <a:cubicBezTo>
                  <a:pt x="484" y="512"/>
                  <a:pt x="469" y="524"/>
                  <a:pt x="453" y="534"/>
                </a:cubicBezTo>
                <a:cubicBezTo>
                  <a:pt x="437" y="545"/>
                  <a:pt x="420" y="554"/>
                  <a:pt x="403" y="561"/>
                </a:cubicBezTo>
                <a:cubicBezTo>
                  <a:pt x="385" y="568"/>
                  <a:pt x="367" y="574"/>
                  <a:pt x="348" y="578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8"/>
                </a:cubicBezTo>
                <a:cubicBezTo>
                  <a:pt x="216" y="574"/>
                  <a:pt x="198" y="568"/>
                  <a:pt x="180" y="561"/>
                </a:cubicBezTo>
                <a:cubicBezTo>
                  <a:pt x="162" y="554"/>
                  <a:pt x="146" y="545"/>
                  <a:pt x="130" y="534"/>
                </a:cubicBezTo>
                <a:cubicBezTo>
                  <a:pt x="114" y="524"/>
                  <a:pt x="99" y="512"/>
                  <a:pt x="86" y="497"/>
                </a:cubicBezTo>
                <a:cubicBezTo>
                  <a:pt x="72" y="484"/>
                  <a:pt x="60" y="469"/>
                  <a:pt x="49" y="453"/>
                </a:cubicBezTo>
                <a:cubicBezTo>
                  <a:pt x="39" y="437"/>
                  <a:pt x="30" y="420"/>
                  <a:pt x="23" y="403"/>
                </a:cubicBezTo>
                <a:cubicBezTo>
                  <a:pt x="15" y="385"/>
                  <a:pt x="10" y="367"/>
                  <a:pt x="6" y="348"/>
                </a:cubicBezTo>
                <a:cubicBezTo>
                  <a:pt x="2" y="329"/>
                  <a:pt x="0" y="310"/>
                  <a:pt x="0" y="291"/>
                </a:cubicBezTo>
                <a:cubicBezTo>
                  <a:pt x="0" y="272"/>
                  <a:pt x="2" y="253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2"/>
                  <a:pt x="39" y="145"/>
                  <a:pt x="49" y="130"/>
                </a:cubicBezTo>
                <a:cubicBezTo>
                  <a:pt x="60" y="114"/>
                  <a:pt x="72" y="99"/>
                  <a:pt x="86" y="85"/>
                </a:cubicBezTo>
                <a:cubicBezTo>
                  <a:pt x="99" y="72"/>
                  <a:pt x="114" y="60"/>
                  <a:pt x="130" y="49"/>
                </a:cubicBezTo>
                <a:cubicBezTo>
                  <a:pt x="146" y="39"/>
                  <a:pt x="162" y="30"/>
                  <a:pt x="180" y="22"/>
                </a:cubicBezTo>
                <a:cubicBezTo>
                  <a:pt x="198" y="15"/>
                  <a:pt x="216" y="10"/>
                  <a:pt x="235" y="6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6"/>
                </a:cubicBezTo>
                <a:cubicBezTo>
                  <a:pt x="367" y="10"/>
                  <a:pt x="385" y="15"/>
                  <a:pt x="403" y="22"/>
                </a:cubicBezTo>
                <a:cubicBezTo>
                  <a:pt x="420" y="30"/>
                  <a:pt x="437" y="39"/>
                  <a:pt x="453" y="49"/>
                </a:cubicBezTo>
                <a:cubicBezTo>
                  <a:pt x="469" y="60"/>
                  <a:pt x="484" y="72"/>
                  <a:pt x="497" y="85"/>
                </a:cubicBezTo>
                <a:cubicBezTo>
                  <a:pt x="512" y="99"/>
                  <a:pt x="524" y="114"/>
                  <a:pt x="534" y="130"/>
                </a:cubicBezTo>
                <a:cubicBezTo>
                  <a:pt x="545" y="145"/>
                  <a:pt x="554" y="162"/>
                  <a:pt x="561" y="180"/>
                </a:cubicBezTo>
                <a:cubicBezTo>
                  <a:pt x="569" y="198"/>
                  <a:pt x="574" y="216"/>
                  <a:pt x="578" y="235"/>
                </a:cubicBezTo>
                <a:cubicBezTo>
                  <a:pt x="582" y="253"/>
                  <a:pt x="583" y="272"/>
                  <a:pt x="583" y="291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フリーフォーム: 図形 271"/>
          <p:cNvSpPr/>
          <p:nvPr/>
        </p:nvSpPr>
        <p:spPr>
          <a:xfrm>
            <a:off x="3876480" y="597204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7"/>
                  <a:pt x="0" y="371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1"/>
                </a:cubicBezTo>
                <a:cubicBezTo>
                  <a:pt x="742" y="167"/>
                  <a:pt x="575" y="0"/>
                  <a:pt x="370" y="0"/>
                </a:cubicBezTo>
                <a:moveTo>
                  <a:pt x="370" y="662"/>
                </a:moveTo>
                <a:cubicBezTo>
                  <a:pt x="210" y="662"/>
                  <a:pt x="79" y="532"/>
                  <a:pt x="79" y="371"/>
                </a:cubicBezTo>
                <a:cubicBezTo>
                  <a:pt x="79" y="211"/>
                  <a:pt x="210" y="80"/>
                  <a:pt x="370" y="80"/>
                </a:cubicBezTo>
                <a:cubicBezTo>
                  <a:pt x="531" y="80"/>
                  <a:pt x="661" y="211"/>
                  <a:pt x="661" y="371"/>
                </a:cubicBezTo>
                <a:cubicBezTo>
                  <a:pt x="661" y="532"/>
                  <a:pt x="531" y="662"/>
                  <a:pt x="370" y="662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フリーフォーム: 図形 272"/>
          <p:cNvSpPr/>
          <p:nvPr/>
        </p:nvSpPr>
        <p:spPr>
          <a:xfrm>
            <a:off x="3990960" y="6095880"/>
            <a:ext cx="114480" cy="19440"/>
          </a:xfrm>
          <a:custGeom>
            <a:avLst/>
            <a:gdLst/>
            <a:ahLst/>
            <a:cxn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1"/>
                  <a:pt x="0" y="26"/>
                </a:cubicBezTo>
                <a:cubicBezTo>
                  <a:pt x="0" y="12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2"/>
                  <a:pt x="318" y="26"/>
                </a:cubicBezTo>
                <a:cubicBezTo>
                  <a:pt x="318" y="41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フリーフォーム: 図形 273"/>
          <p:cNvSpPr/>
          <p:nvPr/>
        </p:nvSpPr>
        <p:spPr>
          <a:xfrm>
            <a:off x="4000320" y="601020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0" y="51"/>
                  <a:pt x="34" y="54"/>
                  <a:pt x="26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19"/>
                  <a:pt x="3" y="13"/>
                  <a:pt x="8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フリーフォーム: 図形 274"/>
          <p:cNvSpPr/>
          <p:nvPr/>
        </p:nvSpPr>
        <p:spPr>
          <a:xfrm>
            <a:off x="4000320" y="618156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1"/>
                  <a:pt x="34" y="54"/>
                  <a:pt x="26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5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フリーフォーム: 図形 275"/>
          <p:cNvSpPr/>
          <p:nvPr/>
        </p:nvSpPr>
        <p:spPr>
          <a:xfrm>
            <a:off x="3943080" y="603864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2" y="40"/>
                  <a:pt x="46" y="45"/>
                </a:cubicBezTo>
                <a:cubicBezTo>
                  <a:pt x="40" y="51"/>
                  <a:pt x="34" y="54"/>
                  <a:pt x="27" y="54"/>
                </a:cubicBezTo>
                <a:cubicBezTo>
                  <a:pt x="19" y="54"/>
                  <a:pt x="13" y="51"/>
                  <a:pt x="8" y="45"/>
                </a:cubicBezTo>
                <a:cubicBezTo>
                  <a:pt x="3" y="40"/>
                  <a:pt x="0" y="34"/>
                  <a:pt x="0" y="27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2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フリーフォーム: 図形 276"/>
          <p:cNvSpPr/>
          <p:nvPr/>
        </p:nvSpPr>
        <p:spPr>
          <a:xfrm>
            <a:off x="4057560" y="6153120"/>
            <a:ext cx="19440" cy="19080"/>
          </a:xfrm>
          <a:custGeom>
            <a:avLst/>
            <a:gdLst/>
            <a:ahLst/>
            <a:cxnLst/>
            <a:rect l="0" t="0" r="r" b="b"/>
            <a:pathLst>
              <a:path w="54" h="53">
                <a:moveTo>
                  <a:pt x="54" y="26"/>
                </a:moveTo>
                <a:cubicBezTo>
                  <a:pt x="54" y="33"/>
                  <a:pt x="51" y="40"/>
                  <a:pt x="46" y="46"/>
                </a:cubicBezTo>
                <a:cubicBezTo>
                  <a:pt x="41" y="51"/>
                  <a:pt x="34" y="53"/>
                  <a:pt x="26" y="53"/>
                </a:cubicBezTo>
                <a:cubicBezTo>
                  <a:pt x="19" y="53"/>
                  <a:pt x="13" y="51"/>
                  <a:pt x="7" y="46"/>
                </a:cubicBezTo>
                <a:cubicBezTo>
                  <a:pt x="2" y="40"/>
                  <a:pt x="0" y="33"/>
                  <a:pt x="0" y="26"/>
                </a:cubicBezTo>
                <a:cubicBezTo>
                  <a:pt x="0" y="19"/>
                  <a:pt x="2" y="12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2"/>
                  <a:pt x="54" y="19"/>
                  <a:pt x="54" y="26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フリーフォーム: 図形 277"/>
          <p:cNvSpPr/>
          <p:nvPr/>
        </p:nvSpPr>
        <p:spPr>
          <a:xfrm>
            <a:off x="3914640" y="60958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6"/>
                </a:moveTo>
                <a:cubicBezTo>
                  <a:pt x="54" y="34"/>
                  <a:pt x="51" y="40"/>
                  <a:pt x="46" y="46"/>
                </a:cubicBezTo>
                <a:cubicBezTo>
                  <a:pt x="41" y="51"/>
                  <a:pt x="35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2" y="40"/>
                  <a:pt x="0" y="34"/>
                  <a:pt x="0" y="26"/>
                </a:cubicBezTo>
                <a:cubicBezTo>
                  <a:pt x="0" y="19"/>
                  <a:pt x="2" y="13"/>
                  <a:pt x="8" y="8"/>
                </a:cubicBezTo>
                <a:cubicBezTo>
                  <a:pt x="13" y="2"/>
                  <a:pt x="19" y="0"/>
                  <a:pt x="27" y="0"/>
                </a:cubicBezTo>
                <a:cubicBezTo>
                  <a:pt x="35" y="0"/>
                  <a:pt x="41" y="2"/>
                  <a:pt x="46" y="8"/>
                </a:cubicBezTo>
                <a:cubicBezTo>
                  <a:pt x="51" y="13"/>
                  <a:pt x="54" y="19"/>
                  <a:pt x="54" y="26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フリーフォーム: 図形 278"/>
          <p:cNvSpPr/>
          <p:nvPr/>
        </p:nvSpPr>
        <p:spPr>
          <a:xfrm>
            <a:off x="4057560" y="603864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0"/>
                  <a:pt x="46" y="45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5"/>
                </a:cubicBezTo>
                <a:cubicBezTo>
                  <a:pt x="2" y="40"/>
                  <a:pt x="0" y="34"/>
                  <a:pt x="0" y="27"/>
                </a:cubicBezTo>
                <a:cubicBezTo>
                  <a:pt x="0" y="19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フリーフォーム: 図形 279"/>
          <p:cNvSpPr/>
          <p:nvPr/>
        </p:nvSpPr>
        <p:spPr>
          <a:xfrm>
            <a:off x="3943080" y="608616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8" y="232"/>
                </a:moveTo>
                <a:cubicBezTo>
                  <a:pt x="-2" y="221"/>
                  <a:pt x="-2" y="205"/>
                  <a:pt x="8" y="194"/>
                </a:cubicBezTo>
                <a:lnTo>
                  <a:pt x="194" y="8"/>
                </a:lnTo>
                <a:cubicBezTo>
                  <a:pt x="205" y="-2"/>
                  <a:pt x="221" y="-2"/>
                  <a:pt x="232" y="8"/>
                </a:cubicBezTo>
                <a:cubicBezTo>
                  <a:pt x="242" y="18"/>
                  <a:pt x="242" y="35"/>
                  <a:pt x="232" y="46"/>
                </a:cubicBezTo>
                <a:lnTo>
                  <a:pt x="45" y="232"/>
                </a:lnTo>
                <a:cubicBezTo>
                  <a:pt x="40" y="237"/>
                  <a:pt x="33" y="239"/>
                  <a:pt x="27" y="239"/>
                </a:cubicBezTo>
                <a:cubicBezTo>
                  <a:pt x="20" y="239"/>
                  <a:pt x="13" y="237"/>
                  <a:pt x="8" y="232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テキスト ボックス 280"/>
          <p:cNvSpPr txBox="1"/>
          <p:nvPr/>
        </p:nvSpPr>
        <p:spPr>
          <a:xfrm>
            <a:off x="4840200" y="5046840"/>
            <a:ext cx="23508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Microsoft MVP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テキスト ボックス 281"/>
          <p:cNvSpPr txBox="1"/>
          <p:nvPr/>
        </p:nvSpPr>
        <p:spPr>
          <a:xfrm>
            <a:off x="4203360" y="585648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14:35 - 15:15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40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テキスト ボックス 282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フリーフォーム: 図形 2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フリーフォーム: 図形 2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フリーフォーム: 図形 2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フリーフォーム: 図形 286"/>
          <p:cNvSpPr/>
          <p:nvPr/>
        </p:nvSpPr>
        <p:spPr>
          <a:xfrm>
            <a:off x="2933640" y="2919960"/>
            <a:ext cx="552600" cy="513360"/>
          </a:xfrm>
          <a:custGeom>
            <a:avLst/>
            <a:gdLst/>
            <a:ahLst/>
            <a:cxnLst/>
            <a:rect l="0" t="0" r="r" b="b"/>
            <a:pathLst>
              <a:path w="1535" h="1426">
                <a:moveTo>
                  <a:pt x="768" y="0"/>
                </a:moveTo>
                <a:cubicBezTo>
                  <a:pt x="344" y="0"/>
                  <a:pt x="0" y="263"/>
                  <a:pt x="0" y="587"/>
                </a:cubicBezTo>
                <a:cubicBezTo>
                  <a:pt x="0" y="770"/>
                  <a:pt x="109" y="933"/>
                  <a:pt x="281" y="1041"/>
                </a:cubicBezTo>
                <a:cubicBezTo>
                  <a:pt x="259" y="1137"/>
                  <a:pt x="207" y="1282"/>
                  <a:pt x="85" y="1426"/>
                </a:cubicBezTo>
                <a:cubicBezTo>
                  <a:pt x="331" y="1385"/>
                  <a:pt x="488" y="1268"/>
                  <a:pt x="585" y="1157"/>
                </a:cubicBezTo>
                <a:cubicBezTo>
                  <a:pt x="644" y="1168"/>
                  <a:pt x="705" y="1174"/>
                  <a:pt x="768" y="1174"/>
                </a:cubicBezTo>
                <a:cubicBezTo>
                  <a:pt x="1192" y="1174"/>
                  <a:pt x="1535" y="911"/>
                  <a:pt x="1535" y="587"/>
                </a:cubicBezTo>
                <a:cubicBezTo>
                  <a:pt x="1535" y="263"/>
                  <a:pt x="1192" y="0"/>
                  <a:pt x="768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フリーフォーム: 図形 287"/>
          <p:cNvSpPr/>
          <p:nvPr/>
        </p:nvSpPr>
        <p:spPr>
          <a:xfrm>
            <a:off x="317916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フリーフォーム: 図形 288"/>
          <p:cNvSpPr/>
          <p:nvPr/>
        </p:nvSpPr>
        <p:spPr>
          <a:xfrm>
            <a:off x="330192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フリーフォーム: 図形 289"/>
          <p:cNvSpPr/>
          <p:nvPr/>
        </p:nvSpPr>
        <p:spPr>
          <a:xfrm>
            <a:off x="305640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テキスト ボックス 290"/>
          <p:cNvSpPr txBox="1"/>
          <p:nvPr/>
        </p:nvSpPr>
        <p:spPr>
          <a:xfrm>
            <a:off x="3507840" y="1606680"/>
            <a:ext cx="52603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Q&amp;A</a:t>
            </a:r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フリーフォーム: 図形 291"/>
          <p:cNvSpPr/>
          <p:nvPr/>
        </p:nvSpPr>
        <p:spPr>
          <a:xfrm>
            <a:off x="752400" y="408600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8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テキスト ボックス 292"/>
          <p:cNvSpPr txBox="1"/>
          <p:nvPr/>
        </p:nvSpPr>
        <p:spPr>
          <a:xfrm>
            <a:off x="3511440" y="2818800"/>
            <a:ext cx="56692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質問にお答えします︕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フリーフォーム: 図形 293"/>
          <p:cNvSpPr/>
          <p:nvPr/>
        </p:nvSpPr>
        <p:spPr>
          <a:xfrm>
            <a:off x="3990960" y="4800240"/>
            <a:ext cx="38160" cy="29160"/>
          </a:xfrm>
          <a:custGeom>
            <a:avLst/>
            <a:gdLst/>
            <a:ahLst/>
            <a:cxnLst/>
            <a:rect l="0" t="0" r="r" b="b"/>
            <a:pathLst>
              <a:path w="106" h="81">
                <a:moveTo>
                  <a:pt x="0" y="0"/>
                </a:moveTo>
                <a:lnTo>
                  <a:pt x="106" y="0"/>
                </a:lnTo>
                <a:lnTo>
                  <a:pt x="10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フリーフォーム: 図形 294"/>
          <p:cNvSpPr/>
          <p:nvPr/>
        </p:nvSpPr>
        <p:spPr>
          <a:xfrm>
            <a:off x="3952800" y="4762440"/>
            <a:ext cx="186120" cy="105120"/>
          </a:xfrm>
          <a:custGeom>
            <a:avLst/>
            <a:gdLst/>
            <a:ahLst/>
            <a:cxn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4"/>
                  <a:pt x="0" y="54"/>
                </a:cubicBezTo>
                <a:cubicBezTo>
                  <a:pt x="0" y="83"/>
                  <a:pt x="24" y="106"/>
                  <a:pt x="53" y="106"/>
                </a:cubicBezTo>
                <a:lnTo>
                  <a:pt x="265" y="106"/>
                </a:lnTo>
                <a:cubicBezTo>
                  <a:pt x="294" y="106"/>
                  <a:pt x="318" y="83"/>
                  <a:pt x="318" y="54"/>
                </a:cubicBezTo>
                <a:cubicBezTo>
                  <a:pt x="318" y="24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1"/>
                  <a:pt x="384" y="169"/>
                </a:cubicBezTo>
                <a:cubicBezTo>
                  <a:pt x="403" y="147"/>
                  <a:pt x="437" y="145"/>
                  <a:pt x="459" y="164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フリーフォーム: 図形 295"/>
          <p:cNvSpPr/>
          <p:nvPr/>
        </p:nvSpPr>
        <p:spPr>
          <a:xfrm>
            <a:off x="3904920" y="4848120"/>
            <a:ext cx="209880" cy="209880"/>
          </a:xfrm>
          <a:custGeom>
            <a:avLst/>
            <a:gdLst/>
            <a:ahLst/>
            <a:cxn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7"/>
                  <a:pt x="569" y="386"/>
                  <a:pt x="561" y="403"/>
                </a:cubicBezTo>
                <a:cubicBezTo>
                  <a:pt x="554" y="421"/>
                  <a:pt x="545" y="438"/>
                  <a:pt x="534" y="454"/>
                </a:cubicBezTo>
                <a:cubicBezTo>
                  <a:pt x="524" y="469"/>
                  <a:pt x="512" y="484"/>
                  <a:pt x="497" y="498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4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4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8"/>
                </a:cubicBezTo>
                <a:cubicBezTo>
                  <a:pt x="72" y="484"/>
                  <a:pt x="60" y="469"/>
                  <a:pt x="49" y="454"/>
                </a:cubicBezTo>
                <a:cubicBezTo>
                  <a:pt x="39" y="438"/>
                  <a:pt x="30" y="421"/>
                  <a:pt x="23" y="403"/>
                </a:cubicBezTo>
                <a:cubicBezTo>
                  <a:pt x="15" y="386"/>
                  <a:pt x="10" y="367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5"/>
                </a:cubicBezTo>
                <a:cubicBezTo>
                  <a:pt x="367" y="9"/>
                  <a:pt x="385" y="15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2"/>
                  <a:pt x="497" y="85"/>
                </a:cubicBezTo>
                <a:cubicBezTo>
                  <a:pt x="512" y="99"/>
                  <a:pt x="524" y="113"/>
                  <a:pt x="534" y="129"/>
                </a:cubicBezTo>
                <a:cubicBezTo>
                  <a:pt x="545" y="145"/>
                  <a:pt x="554" y="162"/>
                  <a:pt x="561" y="179"/>
                </a:cubicBezTo>
                <a:cubicBezTo>
                  <a:pt x="569" y="197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フリーフォーム: 図形 296"/>
          <p:cNvSpPr/>
          <p:nvPr/>
        </p:nvSpPr>
        <p:spPr>
          <a:xfrm>
            <a:off x="3876480" y="481932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0"/>
                  <a:pt x="210" y="80"/>
                  <a:pt x="370" y="80"/>
                </a:cubicBezTo>
                <a:cubicBezTo>
                  <a:pt x="531" y="80"/>
                  <a:pt x="661" y="210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フリーフォーム: 図形 297"/>
          <p:cNvSpPr/>
          <p:nvPr/>
        </p:nvSpPr>
        <p:spPr>
          <a:xfrm>
            <a:off x="3990960" y="4943160"/>
            <a:ext cx="114480" cy="19440"/>
          </a:xfrm>
          <a:custGeom>
            <a:avLst/>
            <a:gdLst/>
            <a:ahLst/>
            <a:cxn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2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2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フリーフォーム: 図形 298"/>
          <p:cNvSpPr/>
          <p:nvPr/>
        </p:nvSpPr>
        <p:spPr>
          <a:xfrm>
            <a:off x="4000320" y="48574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3" y="41"/>
                  <a:pt x="0" y="35"/>
                  <a:pt x="0" y="28"/>
                </a:cubicBezTo>
                <a:cubicBezTo>
                  <a:pt x="0" y="20"/>
                  <a:pt x="3" y="14"/>
                  <a:pt x="8" y="9"/>
                </a:cubicBezTo>
                <a:cubicBezTo>
                  <a:pt x="13" y="4"/>
                  <a:pt x="19" y="0"/>
                  <a:pt x="26" y="0"/>
                </a:cubicBezTo>
                <a:cubicBezTo>
                  <a:pt x="34" y="0"/>
                  <a:pt x="40" y="4"/>
                  <a:pt x="46" y="9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フリーフォーム: 図形 299"/>
          <p:cNvSpPr/>
          <p:nvPr/>
        </p:nvSpPr>
        <p:spPr>
          <a:xfrm>
            <a:off x="4000320" y="502884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7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フリーフォーム: 図形 300"/>
          <p:cNvSpPr/>
          <p:nvPr/>
        </p:nvSpPr>
        <p:spPr>
          <a:xfrm>
            <a:off x="3943080" y="48862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2" y="41"/>
                  <a:pt x="46" y="46"/>
                </a:cubicBezTo>
                <a:cubicBezTo>
                  <a:pt x="40" y="51"/>
                  <a:pt x="34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19"/>
                  <a:pt x="3" y="13"/>
                  <a:pt x="8" y="7"/>
                </a:cubicBezTo>
                <a:cubicBezTo>
                  <a:pt x="13" y="2"/>
                  <a:pt x="19" y="0"/>
                  <a:pt x="27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2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フリーフォーム: 図形 301"/>
          <p:cNvSpPr/>
          <p:nvPr/>
        </p:nvSpPr>
        <p:spPr>
          <a:xfrm>
            <a:off x="4057560" y="500040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19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3"/>
                  <a:pt x="54" y="19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フリーフォーム: 図形 302"/>
          <p:cNvSpPr/>
          <p:nvPr/>
        </p:nvSpPr>
        <p:spPr>
          <a:xfrm>
            <a:off x="3914640" y="494316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7"/>
                </a:cubicBezTo>
                <a:cubicBezTo>
                  <a:pt x="41" y="52"/>
                  <a:pt x="35" y="54"/>
                  <a:pt x="27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3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フリーフォーム: 図形 303"/>
          <p:cNvSpPr/>
          <p:nvPr/>
        </p:nvSpPr>
        <p:spPr>
          <a:xfrm>
            <a:off x="4057560" y="48862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4"/>
                  <a:pt x="0" y="27"/>
                </a:cubicBezTo>
                <a:cubicBezTo>
                  <a:pt x="0" y="19"/>
                  <a:pt x="2" y="13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フリーフォーム: 図形 304"/>
          <p:cNvSpPr/>
          <p:nvPr/>
        </p:nvSpPr>
        <p:spPr>
          <a:xfrm>
            <a:off x="3943080" y="49338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3"/>
                  <a:pt x="8" y="193"/>
                </a:cubicBezTo>
                <a:lnTo>
                  <a:pt x="194" y="8"/>
                </a:lnTo>
                <a:cubicBezTo>
                  <a:pt x="205" y="-3"/>
                  <a:pt x="221" y="-3"/>
                  <a:pt x="232" y="8"/>
                </a:cubicBezTo>
                <a:cubicBezTo>
                  <a:pt x="242" y="18"/>
                  <a:pt x="242" y="35"/>
                  <a:pt x="232" y="45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テキスト ボックス 305"/>
          <p:cNvSpPr txBox="1"/>
          <p:nvPr/>
        </p:nvSpPr>
        <p:spPr>
          <a:xfrm>
            <a:off x="1047600" y="3912480"/>
            <a:ext cx="3914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どんな質問でも⼤歓迎です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テキスト ボックス 306"/>
          <p:cNvSpPr txBox="1"/>
          <p:nvPr/>
        </p:nvSpPr>
        <p:spPr>
          <a:xfrm>
            <a:off x="4203360" y="470376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15:15 - 15:25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テキスト ボックス 307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11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フリーフォーム: 図形 3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フリーフォーム: 図形 3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フリーフォーム: 図形 3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2" name="図 311"/>
          <p:cNvPicPr/>
          <p:nvPr/>
        </p:nvPicPr>
        <p:blipFill>
          <a:blip r:embed="rId2"/>
          <a:stretch/>
        </p:blipFill>
        <p:spPr>
          <a:xfrm>
            <a:off x="7562880" y="1400040"/>
            <a:ext cx="4390560" cy="405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フリーフォーム: 図形 312"/>
          <p:cNvSpPr/>
          <p:nvPr/>
        </p:nvSpPr>
        <p:spPr>
          <a:xfrm>
            <a:off x="738720" y="827280"/>
            <a:ext cx="513360" cy="414720"/>
          </a:xfrm>
          <a:custGeom>
            <a:avLst/>
            <a:gdLst/>
            <a:ahLst/>
            <a:cxnLst/>
            <a:rect l="0" t="0" r="r" b="b"/>
            <a:pathLst>
              <a:path w="1426" h="1152">
                <a:moveTo>
                  <a:pt x="1426" y="982"/>
                </a:moveTo>
                <a:cubicBezTo>
                  <a:pt x="1426" y="982"/>
                  <a:pt x="1426" y="1152"/>
                  <a:pt x="1258" y="1152"/>
                </a:cubicBezTo>
                <a:lnTo>
                  <a:pt x="169" y="1152"/>
                </a:lnTo>
                <a:cubicBezTo>
                  <a:pt x="0" y="1152"/>
                  <a:pt x="0" y="982"/>
                  <a:pt x="0" y="982"/>
                </a:cubicBezTo>
                <a:lnTo>
                  <a:pt x="0" y="171"/>
                </a:lnTo>
                <a:cubicBezTo>
                  <a:pt x="0" y="0"/>
                  <a:pt x="169" y="0"/>
                  <a:pt x="169" y="0"/>
                </a:cubicBezTo>
                <a:lnTo>
                  <a:pt x="1258" y="0"/>
                </a:lnTo>
                <a:cubicBezTo>
                  <a:pt x="1258" y="0"/>
                  <a:pt x="1426" y="0"/>
                  <a:pt x="1426" y="171"/>
                </a:cubicBezTo>
                <a:lnTo>
                  <a:pt x="1426" y="982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フリーフォーム: 図形 313"/>
          <p:cNvSpPr/>
          <p:nvPr/>
        </p:nvSpPr>
        <p:spPr>
          <a:xfrm>
            <a:off x="880560" y="718560"/>
            <a:ext cx="169200" cy="172080"/>
          </a:xfrm>
          <a:custGeom>
            <a:avLst/>
            <a:gdLst/>
            <a:ahLst/>
            <a:cxnLst/>
            <a:rect l="0" t="0" r="r" b="b"/>
            <a:pathLst>
              <a:path w="470" h="478">
                <a:moveTo>
                  <a:pt x="458" y="405"/>
                </a:moveTo>
                <a:cubicBezTo>
                  <a:pt x="474" y="422"/>
                  <a:pt x="474" y="449"/>
                  <a:pt x="458" y="466"/>
                </a:cubicBezTo>
                <a:cubicBezTo>
                  <a:pt x="441" y="482"/>
                  <a:pt x="415" y="482"/>
                  <a:pt x="399" y="466"/>
                </a:cubicBezTo>
                <a:lnTo>
                  <a:pt x="12" y="73"/>
                </a:lnTo>
                <a:cubicBezTo>
                  <a:pt x="-4" y="56"/>
                  <a:pt x="-4" y="29"/>
                  <a:pt x="12" y="12"/>
                </a:cubicBezTo>
                <a:cubicBezTo>
                  <a:pt x="29" y="-4"/>
                  <a:pt x="55" y="-4"/>
                  <a:pt x="72" y="12"/>
                </a:cubicBezTo>
                <a:lnTo>
                  <a:pt x="458" y="405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フリーフォーム: 図形 314"/>
          <p:cNvSpPr/>
          <p:nvPr/>
        </p:nvSpPr>
        <p:spPr>
          <a:xfrm>
            <a:off x="941040" y="718560"/>
            <a:ext cx="169200" cy="172080"/>
          </a:xfrm>
          <a:custGeom>
            <a:avLst/>
            <a:gdLst/>
            <a:ahLst/>
            <a:cxnLst/>
            <a:rect l="0" t="0" r="r" b="b"/>
            <a:pathLst>
              <a:path w="470" h="478">
                <a:moveTo>
                  <a:pt x="12" y="405"/>
                </a:moveTo>
                <a:cubicBezTo>
                  <a:pt x="-4" y="422"/>
                  <a:pt x="-4" y="449"/>
                  <a:pt x="12" y="466"/>
                </a:cubicBezTo>
                <a:cubicBezTo>
                  <a:pt x="28" y="482"/>
                  <a:pt x="55" y="482"/>
                  <a:pt x="71" y="466"/>
                </a:cubicBezTo>
                <a:lnTo>
                  <a:pt x="457" y="73"/>
                </a:lnTo>
                <a:cubicBezTo>
                  <a:pt x="474" y="56"/>
                  <a:pt x="474" y="29"/>
                  <a:pt x="457" y="12"/>
                </a:cubicBezTo>
                <a:cubicBezTo>
                  <a:pt x="441" y="-4"/>
                  <a:pt x="413" y="-4"/>
                  <a:pt x="397" y="12"/>
                </a:cubicBezTo>
                <a:lnTo>
                  <a:pt x="12" y="405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フリーフォーム: 図形 315"/>
          <p:cNvSpPr/>
          <p:nvPr/>
        </p:nvSpPr>
        <p:spPr>
          <a:xfrm>
            <a:off x="799200" y="873360"/>
            <a:ext cx="392400" cy="307440"/>
          </a:xfrm>
          <a:custGeom>
            <a:avLst/>
            <a:gdLst/>
            <a:ahLst/>
            <a:cxnLst/>
            <a:rect l="0" t="0" r="r" b="b"/>
            <a:pathLst>
              <a:path w="1090" h="854">
                <a:moveTo>
                  <a:pt x="545" y="0"/>
                </a:moveTo>
                <a:cubicBezTo>
                  <a:pt x="881" y="0"/>
                  <a:pt x="964" y="43"/>
                  <a:pt x="1006" y="86"/>
                </a:cubicBezTo>
                <a:cubicBezTo>
                  <a:pt x="1048" y="128"/>
                  <a:pt x="1090" y="213"/>
                  <a:pt x="1090" y="427"/>
                </a:cubicBezTo>
                <a:cubicBezTo>
                  <a:pt x="1090" y="641"/>
                  <a:pt x="1048" y="726"/>
                  <a:pt x="1006" y="769"/>
                </a:cubicBezTo>
                <a:cubicBezTo>
                  <a:pt x="964" y="811"/>
                  <a:pt x="881" y="854"/>
                  <a:pt x="545" y="854"/>
                </a:cubicBezTo>
                <a:cubicBezTo>
                  <a:pt x="209" y="854"/>
                  <a:pt x="125" y="811"/>
                  <a:pt x="84" y="769"/>
                </a:cubicBezTo>
                <a:cubicBezTo>
                  <a:pt x="42" y="726"/>
                  <a:pt x="0" y="641"/>
                  <a:pt x="0" y="427"/>
                </a:cubicBezTo>
                <a:cubicBezTo>
                  <a:pt x="0" y="213"/>
                  <a:pt x="42" y="128"/>
                  <a:pt x="84" y="86"/>
                </a:cubicBezTo>
                <a:cubicBezTo>
                  <a:pt x="125" y="43"/>
                  <a:pt x="209" y="0"/>
                  <a:pt x="545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フリーフォーム: 図形 316"/>
          <p:cNvSpPr/>
          <p:nvPr/>
        </p:nvSpPr>
        <p:spPr>
          <a:xfrm>
            <a:off x="1176120" y="1164960"/>
            <a:ext cx="45720" cy="46440"/>
          </a:xfrm>
          <a:custGeom>
            <a:avLst/>
            <a:gdLst/>
            <a:ahLst/>
            <a:cxnLst/>
            <a:rect l="0" t="0" r="r" b="b"/>
            <a:pathLst>
              <a:path w="127" h="129">
                <a:moveTo>
                  <a:pt x="127" y="65"/>
                </a:moveTo>
                <a:cubicBezTo>
                  <a:pt x="127" y="74"/>
                  <a:pt x="125" y="82"/>
                  <a:pt x="122" y="90"/>
                </a:cubicBezTo>
                <a:cubicBezTo>
                  <a:pt x="119" y="97"/>
                  <a:pt x="114" y="104"/>
                  <a:pt x="108" y="110"/>
                </a:cubicBezTo>
                <a:cubicBezTo>
                  <a:pt x="102" y="116"/>
                  <a:pt x="96" y="121"/>
                  <a:pt x="88" y="124"/>
                </a:cubicBezTo>
                <a:cubicBezTo>
                  <a:pt x="80" y="127"/>
                  <a:pt x="72" y="129"/>
                  <a:pt x="64" y="129"/>
                </a:cubicBezTo>
                <a:cubicBezTo>
                  <a:pt x="56" y="129"/>
                  <a:pt x="48" y="127"/>
                  <a:pt x="39" y="124"/>
                </a:cubicBezTo>
                <a:cubicBezTo>
                  <a:pt x="31" y="121"/>
                  <a:pt x="24" y="116"/>
                  <a:pt x="19" y="110"/>
                </a:cubicBezTo>
                <a:cubicBezTo>
                  <a:pt x="13" y="104"/>
                  <a:pt x="8" y="97"/>
                  <a:pt x="5" y="90"/>
                </a:cubicBezTo>
                <a:cubicBezTo>
                  <a:pt x="2" y="82"/>
                  <a:pt x="0" y="74"/>
                  <a:pt x="0" y="65"/>
                </a:cubicBezTo>
                <a:cubicBezTo>
                  <a:pt x="0" y="57"/>
                  <a:pt x="2" y="49"/>
                  <a:pt x="5" y="41"/>
                </a:cubicBezTo>
                <a:cubicBezTo>
                  <a:pt x="8" y="33"/>
                  <a:pt x="13" y="26"/>
                  <a:pt x="19" y="20"/>
                </a:cubicBezTo>
                <a:cubicBezTo>
                  <a:pt x="24" y="14"/>
                  <a:pt x="31" y="9"/>
                  <a:pt x="39" y="6"/>
                </a:cubicBezTo>
                <a:cubicBezTo>
                  <a:pt x="48" y="2"/>
                  <a:pt x="56" y="0"/>
                  <a:pt x="64" y="0"/>
                </a:cubicBezTo>
                <a:cubicBezTo>
                  <a:pt x="72" y="0"/>
                  <a:pt x="80" y="2"/>
                  <a:pt x="88" y="6"/>
                </a:cubicBezTo>
                <a:cubicBezTo>
                  <a:pt x="96" y="9"/>
                  <a:pt x="102" y="14"/>
                  <a:pt x="108" y="20"/>
                </a:cubicBezTo>
                <a:cubicBezTo>
                  <a:pt x="114" y="26"/>
                  <a:pt x="119" y="33"/>
                  <a:pt x="122" y="41"/>
                </a:cubicBezTo>
                <a:cubicBezTo>
                  <a:pt x="125" y="49"/>
                  <a:pt x="127" y="57"/>
                  <a:pt x="127" y="65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フリーフォーム: 図形 317"/>
          <p:cNvSpPr/>
          <p:nvPr/>
        </p:nvSpPr>
        <p:spPr>
          <a:xfrm>
            <a:off x="768960" y="1164960"/>
            <a:ext cx="45720" cy="46440"/>
          </a:xfrm>
          <a:custGeom>
            <a:avLst/>
            <a:gdLst/>
            <a:ahLst/>
            <a:cxnLst/>
            <a:rect l="0" t="0" r="r" b="b"/>
            <a:pathLst>
              <a:path w="127" h="129">
                <a:moveTo>
                  <a:pt x="127" y="65"/>
                </a:moveTo>
                <a:cubicBezTo>
                  <a:pt x="127" y="74"/>
                  <a:pt x="125" y="82"/>
                  <a:pt x="122" y="90"/>
                </a:cubicBezTo>
                <a:cubicBezTo>
                  <a:pt x="119" y="97"/>
                  <a:pt x="114" y="104"/>
                  <a:pt x="108" y="110"/>
                </a:cubicBezTo>
                <a:cubicBezTo>
                  <a:pt x="102" y="116"/>
                  <a:pt x="96" y="121"/>
                  <a:pt x="88" y="124"/>
                </a:cubicBezTo>
                <a:cubicBezTo>
                  <a:pt x="80" y="127"/>
                  <a:pt x="72" y="129"/>
                  <a:pt x="64" y="129"/>
                </a:cubicBezTo>
                <a:cubicBezTo>
                  <a:pt x="56" y="129"/>
                  <a:pt x="47" y="127"/>
                  <a:pt x="39" y="124"/>
                </a:cubicBezTo>
                <a:cubicBezTo>
                  <a:pt x="31" y="121"/>
                  <a:pt x="24" y="116"/>
                  <a:pt x="18" y="110"/>
                </a:cubicBezTo>
                <a:cubicBezTo>
                  <a:pt x="13" y="104"/>
                  <a:pt x="8" y="97"/>
                  <a:pt x="5" y="90"/>
                </a:cubicBezTo>
                <a:cubicBezTo>
                  <a:pt x="2" y="82"/>
                  <a:pt x="0" y="74"/>
                  <a:pt x="0" y="65"/>
                </a:cubicBezTo>
                <a:cubicBezTo>
                  <a:pt x="0" y="57"/>
                  <a:pt x="2" y="49"/>
                  <a:pt x="5" y="41"/>
                </a:cubicBezTo>
                <a:cubicBezTo>
                  <a:pt x="8" y="33"/>
                  <a:pt x="13" y="26"/>
                  <a:pt x="18" y="20"/>
                </a:cubicBezTo>
                <a:cubicBezTo>
                  <a:pt x="24" y="14"/>
                  <a:pt x="31" y="9"/>
                  <a:pt x="39" y="6"/>
                </a:cubicBezTo>
                <a:cubicBezTo>
                  <a:pt x="47" y="2"/>
                  <a:pt x="56" y="0"/>
                  <a:pt x="64" y="0"/>
                </a:cubicBezTo>
                <a:cubicBezTo>
                  <a:pt x="72" y="0"/>
                  <a:pt x="80" y="2"/>
                  <a:pt x="88" y="6"/>
                </a:cubicBezTo>
                <a:cubicBezTo>
                  <a:pt x="96" y="9"/>
                  <a:pt x="102" y="14"/>
                  <a:pt x="108" y="20"/>
                </a:cubicBezTo>
                <a:cubicBezTo>
                  <a:pt x="114" y="26"/>
                  <a:pt x="119" y="33"/>
                  <a:pt x="122" y="41"/>
                </a:cubicBezTo>
                <a:cubicBezTo>
                  <a:pt x="125" y="49"/>
                  <a:pt x="127" y="57"/>
                  <a:pt x="127" y="65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テキスト ボックス 318"/>
          <p:cNvSpPr txBox="1"/>
          <p:nvPr/>
        </p:nvSpPr>
        <p:spPr>
          <a:xfrm>
            <a:off x="1297440" y="618480"/>
            <a:ext cx="512064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チャンネル登録をお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テキスト ボックス 319"/>
          <p:cNvSpPr txBox="1"/>
          <p:nvPr/>
        </p:nvSpPr>
        <p:spPr>
          <a:xfrm>
            <a:off x="666720" y="1361520"/>
            <a:ext cx="32925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願いします︕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テキスト ボックス 320"/>
          <p:cNvSpPr txBox="1"/>
          <p:nvPr/>
        </p:nvSpPr>
        <p:spPr>
          <a:xfrm>
            <a:off x="666720" y="2348640"/>
            <a:ext cx="5101920" cy="721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現在 </a:t>
            </a:r>
            <a:r>
              <a:rPr lang="en-US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923</a:t>
            </a:r>
            <a:r>
              <a:rPr lang="ja-JP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⼈ → ⽬指せ</a:t>
            </a:r>
            <a:endParaRPr lang="en-US" sz="3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テキスト ボックス 321"/>
          <p:cNvSpPr txBox="1"/>
          <p:nvPr/>
        </p:nvSpPr>
        <p:spPr>
          <a:xfrm>
            <a:off x="666720" y="2996280"/>
            <a:ext cx="2404440" cy="721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1000</a:t>
            </a:r>
            <a:r>
              <a:rPr lang="ja-JP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⼈︕</a:t>
            </a:r>
            <a:endParaRPr lang="en-US" sz="3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テキスト ボックス 323"/>
          <p:cNvSpPr txBox="1"/>
          <p:nvPr/>
        </p:nvSpPr>
        <p:spPr>
          <a:xfrm>
            <a:off x="666720" y="3998880"/>
            <a:ext cx="46872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YouTube HCCJP</a:t>
            </a:r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テキスト ボックス 327"/>
          <p:cNvSpPr txBox="1"/>
          <p:nvPr/>
        </p:nvSpPr>
        <p:spPr>
          <a:xfrm>
            <a:off x="666720" y="5732640"/>
            <a:ext cx="59065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毎⽉第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⾦曜⽇の最新情報をお⾒逃し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テキスト ボックス 328"/>
          <p:cNvSpPr txBox="1"/>
          <p:nvPr/>
        </p:nvSpPr>
        <p:spPr>
          <a:xfrm>
            <a:off x="666720" y="6189840"/>
            <a:ext cx="10296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なく︕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テキスト ボックス 329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12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ABE071-BE06-8BC4-C1BE-FD8511B5B76B}"/>
              </a:ext>
            </a:extLst>
          </p:cNvPr>
          <p:cNvSpPr txBox="1"/>
          <p:nvPr/>
        </p:nvSpPr>
        <p:spPr>
          <a:xfrm>
            <a:off x="574355" y="4419835"/>
            <a:ext cx="84957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メイリオ" panose="020B0604030504040204" pitchFamily="50" charset="-128"/>
                <a:ea typeface="メイリオ" panose="020B0604030504040204" pitchFamily="50" charset="-128"/>
                <a:hlinkClick r:id="rId3"/>
              </a:rPr>
              <a:t>https://www.youtube.com/@hccjp.</a:t>
            </a:r>
            <a:endParaRPr lang="en-US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フリーフォーム: 図形 3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フリーフォーム: 図形 3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フリーフォーム: 図形 3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4" name="図 333"/>
          <p:cNvPicPr/>
          <p:nvPr/>
        </p:nvPicPr>
        <p:blipFill>
          <a:blip r:embed="rId2"/>
          <a:stretch/>
        </p:blipFill>
        <p:spPr>
          <a:xfrm>
            <a:off x="304920" y="2133720"/>
            <a:ext cx="280008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テキスト ボックス 334"/>
          <p:cNvSpPr txBox="1"/>
          <p:nvPr/>
        </p:nvSpPr>
        <p:spPr>
          <a:xfrm>
            <a:off x="5709600" y="71136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クロージング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テキスト ボックス 335"/>
          <p:cNvSpPr txBox="1"/>
          <p:nvPr/>
        </p:nvSpPr>
        <p:spPr>
          <a:xfrm>
            <a:off x="4159080" y="1923480"/>
            <a:ext cx="713304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本⽇のご参加ありがとうござ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フリーフォーム: 図形 336"/>
          <p:cNvSpPr/>
          <p:nvPr/>
        </p:nvSpPr>
        <p:spPr>
          <a:xfrm>
            <a:off x="4162320" y="3933720"/>
            <a:ext cx="114480" cy="114480"/>
          </a:xfrm>
          <a:custGeom>
            <a:avLst/>
            <a:gdLst/>
            <a:ahLst/>
            <a:cxn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0"/>
                </a:cubicBezTo>
                <a:cubicBezTo>
                  <a:pt x="302" y="230"/>
                  <a:pt x="297" y="239"/>
                  <a:pt x="292" y="248"/>
                </a:cubicBezTo>
                <a:cubicBezTo>
                  <a:pt x="286" y="256"/>
                  <a:pt x="279" y="264"/>
                  <a:pt x="272" y="272"/>
                </a:cubicBezTo>
                <a:cubicBezTo>
                  <a:pt x="264" y="279"/>
                  <a:pt x="256" y="286"/>
                  <a:pt x="248" y="292"/>
                </a:cubicBezTo>
                <a:cubicBezTo>
                  <a:pt x="239" y="297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7"/>
                  <a:pt x="71" y="292"/>
                </a:cubicBezTo>
                <a:cubicBezTo>
                  <a:pt x="63" y="286"/>
                  <a:pt x="55" y="279"/>
                  <a:pt x="47" y="272"/>
                </a:cubicBezTo>
                <a:cubicBezTo>
                  <a:pt x="40" y="264"/>
                  <a:pt x="33" y="256"/>
                  <a:pt x="28" y="248"/>
                </a:cubicBezTo>
                <a:cubicBezTo>
                  <a:pt x="22" y="239"/>
                  <a:pt x="17" y="230"/>
                  <a:pt x="13" y="220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3" y="99"/>
                </a:cubicBezTo>
                <a:cubicBezTo>
                  <a:pt x="17" y="89"/>
                  <a:pt x="22" y="80"/>
                  <a:pt x="28" y="71"/>
                </a:cubicBezTo>
                <a:cubicBezTo>
                  <a:pt x="33" y="63"/>
                  <a:pt x="40" y="55"/>
                  <a:pt x="47" y="47"/>
                </a:cubicBezTo>
                <a:cubicBezTo>
                  <a:pt x="55" y="40"/>
                  <a:pt x="63" y="33"/>
                  <a:pt x="71" y="28"/>
                </a:cubicBezTo>
                <a:cubicBezTo>
                  <a:pt x="80" y="22"/>
                  <a:pt x="89" y="17"/>
                  <a:pt x="99" y="13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3"/>
                </a:cubicBezTo>
                <a:cubicBezTo>
                  <a:pt x="230" y="17"/>
                  <a:pt x="239" y="22"/>
                  <a:pt x="248" y="28"/>
                </a:cubicBezTo>
                <a:cubicBezTo>
                  <a:pt x="256" y="33"/>
                  <a:pt x="264" y="40"/>
                  <a:pt x="272" y="47"/>
                </a:cubicBezTo>
                <a:cubicBezTo>
                  <a:pt x="279" y="55"/>
                  <a:pt x="286" y="63"/>
                  <a:pt x="292" y="71"/>
                </a:cubicBezTo>
                <a:cubicBezTo>
                  <a:pt x="297" y="80"/>
                  <a:pt x="302" y="89"/>
                  <a:pt x="306" y="99"/>
                </a:cubicBezTo>
                <a:cubicBezTo>
                  <a:pt x="310" y="108"/>
                  <a:pt x="313" y="118"/>
                  <a:pt x="315" y="129"/>
                </a:cubicBezTo>
                <a:cubicBezTo>
                  <a:pt x="317" y="139"/>
                  <a:pt x="318" y="149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テキスト ボックス 337"/>
          <p:cNvSpPr txBox="1"/>
          <p:nvPr/>
        </p:nvSpPr>
        <p:spPr>
          <a:xfrm>
            <a:off x="6401520" y="2656800"/>
            <a:ext cx="274392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いました︕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テキスト ボックス 338"/>
          <p:cNvSpPr txBox="1"/>
          <p:nvPr/>
        </p:nvSpPr>
        <p:spPr>
          <a:xfrm>
            <a:off x="4461480" y="3759840"/>
            <a:ext cx="68104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アーカイブは</a:t>
            </a:r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YouTube</a:t>
            </a:r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チャンネルから視聴可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フリーフォーム: 図形 339"/>
          <p:cNvSpPr/>
          <p:nvPr/>
        </p:nvSpPr>
        <p:spPr>
          <a:xfrm>
            <a:off x="4162320" y="4914720"/>
            <a:ext cx="114480" cy="114480"/>
          </a:xfrm>
          <a:custGeom>
            <a:avLst/>
            <a:gdLst/>
            <a:ahLst/>
            <a:cxn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0"/>
                </a:cubicBezTo>
                <a:cubicBezTo>
                  <a:pt x="302" y="230"/>
                  <a:pt x="297" y="239"/>
                  <a:pt x="292" y="248"/>
                </a:cubicBezTo>
                <a:cubicBezTo>
                  <a:pt x="286" y="257"/>
                  <a:pt x="279" y="265"/>
                  <a:pt x="272" y="272"/>
                </a:cubicBezTo>
                <a:cubicBezTo>
                  <a:pt x="264" y="279"/>
                  <a:pt x="256" y="286"/>
                  <a:pt x="248" y="292"/>
                </a:cubicBezTo>
                <a:cubicBezTo>
                  <a:pt x="239" y="298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8"/>
                  <a:pt x="71" y="292"/>
                </a:cubicBezTo>
                <a:cubicBezTo>
                  <a:pt x="63" y="286"/>
                  <a:pt x="55" y="279"/>
                  <a:pt x="47" y="272"/>
                </a:cubicBezTo>
                <a:cubicBezTo>
                  <a:pt x="40" y="265"/>
                  <a:pt x="33" y="257"/>
                  <a:pt x="28" y="248"/>
                </a:cubicBezTo>
                <a:cubicBezTo>
                  <a:pt x="22" y="239"/>
                  <a:pt x="17" y="230"/>
                  <a:pt x="13" y="220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3" y="98"/>
                </a:cubicBezTo>
                <a:cubicBezTo>
                  <a:pt x="17" y="88"/>
                  <a:pt x="22" y="79"/>
                  <a:pt x="28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5" y="39"/>
                  <a:pt x="63" y="33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2"/>
                </a:cubicBezTo>
                <a:cubicBezTo>
                  <a:pt x="230" y="16"/>
                  <a:pt x="239" y="21"/>
                  <a:pt x="248" y="27"/>
                </a:cubicBezTo>
                <a:cubicBezTo>
                  <a:pt x="256" y="33"/>
                  <a:pt x="264" y="39"/>
                  <a:pt x="272" y="46"/>
                </a:cubicBezTo>
                <a:cubicBezTo>
                  <a:pt x="279" y="54"/>
                  <a:pt x="286" y="62"/>
                  <a:pt x="292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9"/>
                  <a:pt x="318" y="149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テキスト ボックス 340"/>
          <p:cNvSpPr txBox="1"/>
          <p:nvPr/>
        </p:nvSpPr>
        <p:spPr>
          <a:xfrm>
            <a:off x="4461480" y="4197960"/>
            <a:ext cx="3268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能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フリーフォーム: 図形 341"/>
          <p:cNvSpPr/>
          <p:nvPr/>
        </p:nvSpPr>
        <p:spPr>
          <a:xfrm>
            <a:off x="4162320" y="5448240"/>
            <a:ext cx="114480" cy="114480"/>
          </a:xfrm>
          <a:custGeom>
            <a:avLst/>
            <a:gdLst/>
            <a:ahLst/>
            <a:cxnLst/>
            <a:rect l="0" t="0" r="r" b="b"/>
            <a:pathLst>
              <a:path w="318" h="318">
                <a:moveTo>
                  <a:pt x="318" y="158"/>
                </a:moveTo>
                <a:cubicBezTo>
                  <a:pt x="318" y="169"/>
                  <a:pt x="317" y="179"/>
                  <a:pt x="315" y="189"/>
                </a:cubicBezTo>
                <a:cubicBezTo>
                  <a:pt x="313" y="200"/>
                  <a:pt x="310" y="210"/>
                  <a:pt x="306" y="219"/>
                </a:cubicBezTo>
                <a:cubicBezTo>
                  <a:pt x="302" y="229"/>
                  <a:pt x="297" y="238"/>
                  <a:pt x="292" y="248"/>
                </a:cubicBezTo>
                <a:cubicBezTo>
                  <a:pt x="286" y="256"/>
                  <a:pt x="279" y="264"/>
                  <a:pt x="272" y="272"/>
                </a:cubicBezTo>
                <a:cubicBezTo>
                  <a:pt x="264" y="279"/>
                  <a:pt x="256" y="286"/>
                  <a:pt x="248" y="291"/>
                </a:cubicBezTo>
                <a:cubicBezTo>
                  <a:pt x="239" y="297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7"/>
                  <a:pt x="71" y="291"/>
                </a:cubicBezTo>
                <a:cubicBezTo>
                  <a:pt x="63" y="286"/>
                  <a:pt x="55" y="279"/>
                  <a:pt x="47" y="272"/>
                </a:cubicBezTo>
                <a:cubicBezTo>
                  <a:pt x="40" y="264"/>
                  <a:pt x="33" y="256"/>
                  <a:pt x="28" y="248"/>
                </a:cubicBezTo>
                <a:cubicBezTo>
                  <a:pt x="22" y="238"/>
                  <a:pt x="17" y="229"/>
                  <a:pt x="13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3" y="98"/>
                </a:cubicBezTo>
                <a:cubicBezTo>
                  <a:pt x="17" y="88"/>
                  <a:pt x="22" y="79"/>
                  <a:pt x="28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5" y="39"/>
                  <a:pt x="63" y="32"/>
                  <a:pt x="71" y="26"/>
                </a:cubicBezTo>
                <a:cubicBezTo>
                  <a:pt x="80" y="21"/>
                  <a:pt x="89" y="16"/>
                  <a:pt x="99" y="12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2"/>
                </a:cubicBezTo>
                <a:cubicBezTo>
                  <a:pt x="230" y="16"/>
                  <a:pt x="239" y="21"/>
                  <a:pt x="248" y="26"/>
                </a:cubicBezTo>
                <a:cubicBezTo>
                  <a:pt x="256" y="32"/>
                  <a:pt x="264" y="39"/>
                  <a:pt x="272" y="46"/>
                </a:cubicBezTo>
                <a:cubicBezTo>
                  <a:pt x="279" y="54"/>
                  <a:pt x="286" y="62"/>
                  <a:pt x="292" y="70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7"/>
                  <a:pt x="313" y="117"/>
                  <a:pt x="315" y="127"/>
                </a:cubicBezTo>
                <a:cubicBezTo>
                  <a:pt x="317" y="138"/>
                  <a:pt x="318" y="148"/>
                  <a:pt x="318" y="158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テキスト ボックス 342"/>
          <p:cNvSpPr txBox="1"/>
          <p:nvPr/>
        </p:nvSpPr>
        <p:spPr>
          <a:xfrm>
            <a:off x="4461480" y="4741200"/>
            <a:ext cx="293580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資料は後⽇公開予定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テキスト ボックス 343"/>
          <p:cNvSpPr txBox="1"/>
          <p:nvPr/>
        </p:nvSpPr>
        <p:spPr>
          <a:xfrm>
            <a:off x="4461480" y="5274360"/>
            <a:ext cx="386460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ハッシュタグは </a:t>
            </a:r>
            <a:r>
              <a:rPr lang="en-US" sz="257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#HCCJP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テキスト ボックス 344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13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フリーフォーム: 図形 3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フリーフォーム: 図形 3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フリーフォーム: 図形 3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フリーフォーム: 図形 348"/>
          <p:cNvSpPr/>
          <p:nvPr/>
        </p:nvSpPr>
        <p:spPr>
          <a:xfrm>
            <a:off x="2600280" y="2275560"/>
            <a:ext cx="552600" cy="467640"/>
          </a:xfrm>
          <a:custGeom>
            <a:avLst/>
            <a:gdLst/>
            <a:ahLst/>
            <a:cxnLst/>
            <a:rect l="0" t="0" r="r" b="b"/>
            <a:pathLst>
              <a:path w="1535" h="1299">
                <a:moveTo>
                  <a:pt x="1535" y="1132"/>
                </a:moveTo>
                <a:cubicBezTo>
                  <a:pt x="1535" y="1224"/>
                  <a:pt x="1459" y="1299"/>
                  <a:pt x="1365" y="1299"/>
                </a:cubicBezTo>
                <a:lnTo>
                  <a:pt x="170" y="1299"/>
                </a:lnTo>
                <a:cubicBezTo>
                  <a:pt x="76" y="1299"/>
                  <a:pt x="0" y="1224"/>
                  <a:pt x="0" y="1132"/>
                </a:cubicBezTo>
                <a:lnTo>
                  <a:pt x="0" y="167"/>
                </a:lnTo>
                <a:cubicBezTo>
                  <a:pt x="0" y="75"/>
                  <a:pt x="76" y="0"/>
                  <a:pt x="170" y="0"/>
                </a:cubicBezTo>
                <a:lnTo>
                  <a:pt x="1365" y="0"/>
                </a:lnTo>
                <a:cubicBezTo>
                  <a:pt x="1459" y="0"/>
                  <a:pt x="1535" y="75"/>
                  <a:pt x="1535" y="167"/>
                </a:cubicBezTo>
                <a:lnTo>
                  <a:pt x="1535" y="1132"/>
                </a:lnTo>
                <a:close/>
              </a:path>
            </a:pathLst>
          </a:custGeom>
          <a:solidFill>
            <a:srgbClr val="E0E7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フリーフォーム: 図形 350"/>
          <p:cNvSpPr/>
          <p:nvPr/>
        </p:nvSpPr>
        <p:spPr>
          <a:xfrm>
            <a:off x="2600280" y="2199960"/>
            <a:ext cx="552600" cy="196560"/>
          </a:xfrm>
          <a:custGeom>
            <a:avLst/>
            <a:gdLst/>
            <a:ahLst/>
            <a:cxnLst/>
            <a:rect l="0" t="0" r="r" b="b"/>
            <a:pathLst>
              <a:path w="1535" h="546">
                <a:moveTo>
                  <a:pt x="1310" y="0"/>
                </a:moveTo>
                <a:cubicBezTo>
                  <a:pt x="1318" y="13"/>
                  <a:pt x="1322" y="27"/>
                  <a:pt x="1322" y="42"/>
                </a:cubicBezTo>
                <a:cubicBezTo>
                  <a:pt x="1322" y="89"/>
                  <a:pt x="1284" y="126"/>
                  <a:pt x="1237" y="126"/>
                </a:cubicBezTo>
                <a:cubicBezTo>
                  <a:pt x="1189" y="126"/>
                  <a:pt x="1151" y="89"/>
                  <a:pt x="1151" y="42"/>
                </a:cubicBezTo>
                <a:cubicBezTo>
                  <a:pt x="1151" y="27"/>
                  <a:pt x="1155" y="13"/>
                  <a:pt x="1162" y="0"/>
                </a:cubicBezTo>
                <a:lnTo>
                  <a:pt x="371" y="0"/>
                </a:lnTo>
                <a:cubicBezTo>
                  <a:pt x="379" y="13"/>
                  <a:pt x="383" y="27"/>
                  <a:pt x="383" y="42"/>
                </a:cubicBezTo>
                <a:cubicBezTo>
                  <a:pt x="383" y="89"/>
                  <a:pt x="345" y="126"/>
                  <a:pt x="298" y="126"/>
                </a:cubicBezTo>
                <a:cubicBezTo>
                  <a:pt x="251" y="126"/>
                  <a:pt x="213" y="89"/>
                  <a:pt x="213" y="42"/>
                </a:cubicBezTo>
                <a:cubicBezTo>
                  <a:pt x="213" y="27"/>
                  <a:pt x="217" y="13"/>
                  <a:pt x="225" y="0"/>
                </a:cubicBezTo>
                <a:lnTo>
                  <a:pt x="85" y="0"/>
                </a:lnTo>
                <a:cubicBezTo>
                  <a:pt x="38" y="0"/>
                  <a:pt x="0" y="38"/>
                  <a:pt x="0" y="84"/>
                </a:cubicBezTo>
                <a:lnTo>
                  <a:pt x="0" y="546"/>
                </a:lnTo>
                <a:lnTo>
                  <a:pt x="1535" y="546"/>
                </a:lnTo>
                <a:lnTo>
                  <a:pt x="1535" y="84"/>
                </a:lnTo>
                <a:cubicBezTo>
                  <a:pt x="1535" y="38"/>
                  <a:pt x="1497" y="0"/>
                  <a:pt x="1450" y="0"/>
                </a:cubicBezTo>
                <a:lnTo>
                  <a:pt x="1310" y="0"/>
                </a:lnTo>
                <a:close/>
              </a:path>
            </a:pathLst>
          </a:custGeom>
          <a:solidFill>
            <a:srgbClr val="DD2F4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フリーフォーム: 図形 352"/>
          <p:cNvSpPr/>
          <p:nvPr/>
        </p:nvSpPr>
        <p:spPr>
          <a:xfrm>
            <a:off x="2953080" y="2290680"/>
            <a:ext cx="169200" cy="75600"/>
          </a:xfrm>
          <a:custGeom>
            <a:avLst/>
            <a:gdLst/>
            <a:ahLst/>
            <a:cxnLst/>
            <a:rect l="0" t="0" r="r" b="b"/>
            <a:pathLst>
              <a:path w="470" h="210">
                <a:moveTo>
                  <a:pt x="426" y="210"/>
                </a:moveTo>
                <a:cubicBezTo>
                  <a:pt x="450" y="210"/>
                  <a:pt x="470" y="191"/>
                  <a:pt x="470" y="168"/>
                </a:cubicBezTo>
                <a:cubicBezTo>
                  <a:pt x="470" y="145"/>
                  <a:pt x="450" y="126"/>
                  <a:pt x="426" y="126"/>
                </a:cubicBezTo>
                <a:cubicBezTo>
                  <a:pt x="403" y="126"/>
                  <a:pt x="384" y="145"/>
                  <a:pt x="384" y="168"/>
                </a:cubicBezTo>
                <a:cubicBezTo>
                  <a:pt x="384" y="191"/>
                  <a:pt x="403" y="210"/>
                  <a:pt x="426" y="210"/>
                </a:cubicBezTo>
                <a:moveTo>
                  <a:pt x="426" y="85"/>
                </a:moveTo>
                <a:cubicBezTo>
                  <a:pt x="450" y="85"/>
                  <a:pt x="470" y="66"/>
                  <a:pt x="470" y="43"/>
                </a:cubicBezTo>
                <a:cubicBezTo>
                  <a:pt x="470" y="19"/>
                  <a:pt x="450" y="0"/>
                  <a:pt x="426" y="0"/>
                </a:cubicBezTo>
                <a:cubicBezTo>
                  <a:pt x="403" y="0"/>
                  <a:pt x="384" y="19"/>
                  <a:pt x="384" y="43"/>
                </a:cubicBezTo>
                <a:cubicBezTo>
                  <a:pt x="384" y="66"/>
                  <a:pt x="403" y="85"/>
                  <a:pt x="426" y="85"/>
                </a:cubicBezTo>
                <a:moveTo>
                  <a:pt x="298" y="210"/>
                </a:moveTo>
                <a:cubicBezTo>
                  <a:pt x="322" y="210"/>
                  <a:pt x="341" y="191"/>
                  <a:pt x="341" y="168"/>
                </a:cubicBezTo>
                <a:cubicBezTo>
                  <a:pt x="341" y="145"/>
                  <a:pt x="322" y="126"/>
                  <a:pt x="298" y="126"/>
                </a:cubicBezTo>
                <a:cubicBezTo>
                  <a:pt x="275" y="126"/>
                  <a:pt x="256" y="145"/>
                  <a:pt x="256" y="168"/>
                </a:cubicBezTo>
                <a:cubicBezTo>
                  <a:pt x="256" y="191"/>
                  <a:pt x="275" y="210"/>
                  <a:pt x="298" y="210"/>
                </a:cubicBezTo>
                <a:moveTo>
                  <a:pt x="298" y="85"/>
                </a:moveTo>
                <a:cubicBezTo>
                  <a:pt x="322" y="85"/>
                  <a:pt x="341" y="66"/>
                  <a:pt x="341" y="43"/>
                </a:cubicBezTo>
                <a:cubicBezTo>
                  <a:pt x="341" y="19"/>
                  <a:pt x="322" y="0"/>
                  <a:pt x="298" y="0"/>
                </a:cubicBezTo>
                <a:cubicBezTo>
                  <a:pt x="275" y="0"/>
                  <a:pt x="256" y="19"/>
                  <a:pt x="256" y="43"/>
                </a:cubicBezTo>
                <a:cubicBezTo>
                  <a:pt x="256" y="66"/>
                  <a:pt x="275" y="85"/>
                  <a:pt x="298" y="85"/>
                </a:cubicBezTo>
                <a:moveTo>
                  <a:pt x="171" y="210"/>
                </a:moveTo>
                <a:cubicBezTo>
                  <a:pt x="194" y="210"/>
                  <a:pt x="213" y="191"/>
                  <a:pt x="213" y="168"/>
                </a:cubicBezTo>
                <a:cubicBezTo>
                  <a:pt x="213" y="145"/>
                  <a:pt x="194" y="126"/>
                  <a:pt x="171" y="126"/>
                </a:cubicBezTo>
                <a:cubicBezTo>
                  <a:pt x="147" y="126"/>
                  <a:pt x="128" y="145"/>
                  <a:pt x="128" y="168"/>
                </a:cubicBezTo>
                <a:cubicBezTo>
                  <a:pt x="128" y="191"/>
                  <a:pt x="147" y="210"/>
                  <a:pt x="171" y="210"/>
                </a:cubicBezTo>
                <a:moveTo>
                  <a:pt x="171" y="85"/>
                </a:moveTo>
                <a:cubicBezTo>
                  <a:pt x="194" y="85"/>
                  <a:pt x="213" y="66"/>
                  <a:pt x="213" y="43"/>
                </a:cubicBezTo>
                <a:cubicBezTo>
                  <a:pt x="213" y="19"/>
                  <a:pt x="194" y="0"/>
                  <a:pt x="171" y="0"/>
                </a:cubicBezTo>
                <a:cubicBezTo>
                  <a:pt x="147" y="0"/>
                  <a:pt x="128" y="19"/>
                  <a:pt x="128" y="43"/>
                </a:cubicBezTo>
                <a:cubicBezTo>
                  <a:pt x="128" y="66"/>
                  <a:pt x="147" y="85"/>
                  <a:pt x="171" y="85"/>
                </a:cubicBezTo>
                <a:moveTo>
                  <a:pt x="43" y="85"/>
                </a:moveTo>
                <a:cubicBezTo>
                  <a:pt x="66" y="85"/>
                  <a:pt x="85" y="66"/>
                  <a:pt x="85" y="43"/>
                </a:cubicBezTo>
                <a:cubicBezTo>
                  <a:pt x="85" y="19"/>
                  <a:pt x="66" y="0"/>
                  <a:pt x="43" y="0"/>
                </a:cubicBezTo>
                <a:cubicBezTo>
                  <a:pt x="19" y="0"/>
                  <a:pt x="0" y="19"/>
                  <a:pt x="0" y="43"/>
                </a:cubicBezTo>
                <a:cubicBezTo>
                  <a:pt x="0" y="66"/>
                  <a:pt x="19" y="85"/>
                  <a:pt x="43" y="85"/>
                </a:cubicBezTo>
                <a:moveTo>
                  <a:pt x="43" y="210"/>
                </a:moveTo>
                <a:cubicBezTo>
                  <a:pt x="66" y="210"/>
                  <a:pt x="85" y="191"/>
                  <a:pt x="85" y="168"/>
                </a:cubicBezTo>
                <a:cubicBezTo>
                  <a:pt x="85" y="145"/>
                  <a:pt x="66" y="126"/>
                  <a:pt x="43" y="126"/>
                </a:cubicBezTo>
                <a:cubicBezTo>
                  <a:pt x="19" y="126"/>
                  <a:pt x="0" y="145"/>
                  <a:pt x="0" y="168"/>
                </a:cubicBezTo>
                <a:cubicBezTo>
                  <a:pt x="0" y="191"/>
                  <a:pt x="19" y="210"/>
                  <a:pt x="43" y="210"/>
                </a:cubicBezTo>
                <a:close/>
              </a:path>
            </a:pathLst>
          </a:custGeom>
          <a:solidFill>
            <a:srgbClr val="F4ABB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テキスト ボックス 353"/>
          <p:cNvSpPr txBox="1"/>
          <p:nvPr/>
        </p:nvSpPr>
        <p:spPr>
          <a:xfrm>
            <a:off x="4700520" y="901800"/>
            <a:ext cx="27439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次回予告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テキスト ボックス 354"/>
          <p:cNvSpPr txBox="1"/>
          <p:nvPr/>
        </p:nvSpPr>
        <p:spPr>
          <a:xfrm>
            <a:off x="3179160" y="2113920"/>
            <a:ext cx="64072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2025/12/12 14:00</a:t>
            </a:r>
            <a:r>
              <a:rPr lang="ja-JP" sz="43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〜</a:t>
            </a:r>
            <a:endParaRPr lang="en-US" sz="4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テキスト ボックス 355"/>
          <p:cNvSpPr txBox="1"/>
          <p:nvPr/>
        </p:nvSpPr>
        <p:spPr>
          <a:xfrm>
            <a:off x="1418471" y="3827153"/>
            <a:ext cx="9492983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80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次回は</a:t>
            </a:r>
            <a:r>
              <a:rPr lang="en-US" sz="480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Microsoft Ignite 2025</a:t>
            </a:r>
            <a:r>
              <a:rPr lang="ja-JP" sz="480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から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テキスト ボックス 362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0FDDE50-38CD-27C1-4862-F0133309D78A}"/>
              </a:ext>
            </a:extLst>
          </p:cNvPr>
          <p:cNvSpPr txBox="1"/>
          <p:nvPr/>
        </p:nvSpPr>
        <p:spPr>
          <a:xfrm>
            <a:off x="1418471" y="4845981"/>
            <a:ext cx="9233297" cy="7386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80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最新情報をお送りする予定で</a:t>
            </a:r>
            <a:r>
              <a:rPr lang="ja-JP" altLang="en-US" sz="4800" dirty="0">
                <a:solidFill>
                  <a:srgbClr val="455A64"/>
                </a:solidFill>
                <a:latin typeface="Meiryo"/>
                <a:ea typeface="Meiryo"/>
              </a:rPr>
              <a:t>す！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フリーフォーム: 図形 3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フリーフォーム: 図形 3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フリーフォーム: 図形 36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7" name="図 366"/>
          <p:cNvPicPr/>
          <p:nvPr/>
        </p:nvPicPr>
        <p:blipFill>
          <a:blip r:embed="rId2"/>
          <a:stretch/>
        </p:blipFill>
        <p:spPr>
          <a:xfrm>
            <a:off x="304920" y="2133720"/>
            <a:ext cx="280008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テキスト ボックス 367"/>
          <p:cNvSpPr txBox="1"/>
          <p:nvPr/>
        </p:nvSpPr>
        <p:spPr>
          <a:xfrm>
            <a:off x="4314240" y="1940040"/>
            <a:ext cx="68587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ご参加ありがとうござ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テキスト ボックス 368"/>
          <p:cNvSpPr txBox="1"/>
          <p:nvPr/>
        </p:nvSpPr>
        <p:spPr>
          <a:xfrm>
            <a:off x="6058440" y="2863800"/>
            <a:ext cx="34297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いました︕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テキスト ボックス 369"/>
          <p:cNvSpPr txBox="1"/>
          <p:nvPr/>
        </p:nvSpPr>
        <p:spPr>
          <a:xfrm>
            <a:off x="4159080" y="4076280"/>
            <a:ext cx="713304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また次回お会いしましょう︕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テキスト ボックス 370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483</Words>
  <Application>Microsoft Office PowerPoint</Application>
  <PresentationFormat>ワイド画面</PresentationFormat>
  <Paragraphs>114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2" baseType="lpstr">
      <vt:lpstr>メイリオ</vt:lpstr>
      <vt:lpstr>メイリオ</vt:lpstr>
      <vt:lpstr>Arial</vt:lpstr>
      <vt:lpstr>Symbol</vt:lpstr>
      <vt:lpstr>Times New Roman</vt:lpstr>
      <vt:lpstr>Wingdings</vt:lpstr>
      <vt:lpstr>Office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Ebisuda Masahiko</cp:lastModifiedBy>
  <cp:revision>1</cp:revision>
  <dcterms:modified xsi:type="dcterms:W3CDTF">2025-11-13T01:11:43Z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