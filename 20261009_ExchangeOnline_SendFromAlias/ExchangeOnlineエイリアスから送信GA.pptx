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bi-icon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1148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0F0F5"/>
                </a:solidFill>
                <a:latin typeface="Meiryo"/>
              </a:rPr>
              <a:t>エイリアスから送信できる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999AAA"/>
                </a:solidFill>
                <a:latin typeface="Meiryo"/>
              </a:rPr>
              <a:t>Exchange Online で一般提供（GA）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3931920"/>
            <a:ext cx="5422392" cy="77724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31920"/>
            <a:ext cx="542239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E88D40"/>
                </a:solidFill>
                <a:latin typeface="Meiryo"/>
              </a:rPr>
              <a:t>便利。でもルールとトレースが変わる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99AAA"/>
                </a:solidFill>
                <a:latin typeface="Meiryo"/>
              </a:rPr>
              <a:t>Source: https://jpmessaging.github.io/blog/sending-from-email-aliases-general-availability/</a:t>
            </a:r>
          </a:p>
          <a:p>
            <a:pPr algn="ctr"/>
            <a:r>
              <a:rPr sz="1300" b="0">
                <a:solidFill>
                  <a:srgbClr val="5A5C70"/>
                </a:solidFill>
                <a:latin typeface="Meiryo"/>
              </a:rPr>
              <a:t>2026年10月9日 ｜ ebisuda.net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WHAT IS ALIAS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エイリアス＝1つのメールボックスに付いた別のアドレス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394960" cy="3840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3840480"/>
          </a:xfrm>
          <a:prstGeom prst="roundRect">
            <a:avLst>
              <a:gd name="adj" fmla="val 1000"/>
            </a:avLst>
          </a:prstGeom>
          <a:solidFill>
            <a:srgbClr val="999AAA"/>
          </a:solidFill>
          <a:ln w="12700">
            <a:solidFill>
              <a:srgbClr val="99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99AAA"/>
                </a:solidFill>
                <a:latin typeface="Meiryo"/>
              </a:rPr>
              <a:t>機能の提供前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834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エイリアス宛てのメールは受信できた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送信は常にプライマリアドレス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→ 共有メールボックスや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配布グループなどで回避していた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94960" cy="38404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73152" cy="3840480"/>
          </a:xfrm>
          <a:prstGeom prst="roundRect">
            <a:avLst>
              <a:gd name="adj" fmla="val 1000"/>
            </a:avLst>
          </a:prstGeom>
          <a:solidFill>
            <a:srgbClr val="4EC960"/>
          </a:solidFill>
          <a:ln w="12700">
            <a:solidFill>
              <a:srgbClr val="4EC9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C960"/>
                </a:solidFill>
                <a:latin typeface="Meiryo"/>
              </a:rPr>
              <a:t>GA後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9834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パブリックプレビューを経て一般提供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Outlook から任意のエイリアスを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送信元に選べる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エイリアス宛てに届いたメールへの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返信は、自動でそのエイリアスから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HOW TO ENABLE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有効にするのは管理者（テナント単位）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21031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83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Set-OrganizationConfig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-SendFromAliasEnabled $True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73152" cy="2103120"/>
          </a:xfrm>
          <a:prstGeom prst="roundRect">
            <a:avLst>
              <a:gd name="adj" fmla="val 1000"/>
            </a:avLst>
          </a:prstGeom>
          <a:solidFill>
            <a:srgbClr val="5BB0F0"/>
          </a:solidFill>
          <a:ln w="12700">
            <a:solidFill>
              <a:srgbClr val="5B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B0F0"/>
                </a:solidFill>
                <a:latin typeface="Meiryo"/>
              </a:rPr>
              <a:t>Exchange 管理センター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983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Settings → Mail Flow →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Sending from Aliases をオン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06240"/>
            <a:ext cx="11155680" cy="20116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73152" cy="201168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送信させたくないドメインがあるとき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744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そのドメインを「受信のみ」に設定する（Set-AcceptedDomain の SendingFromDomainDisabled）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エイリアス自体は Microsoft 365 管理センターで管理する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利用者はどこで選ぶ？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329184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Web 版（OWA）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Outlook on the web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設定 → 作成と返信で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エイリアスを表示して選ぶ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73152" cy="329184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デスクトップ版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Outlook（Windows / Mac）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差出人欄のドロップダウン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または手入力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73152" cy="3291840"/>
          </a:xfrm>
          <a:prstGeom prst="roundRect">
            <a:avLst>
              <a:gd name="adj" fmla="val 1000"/>
            </a:avLst>
          </a:prstGeom>
          <a:solidFill>
            <a:srgbClr val="4ED8C0"/>
          </a:solidFill>
          <a:ln w="12700">
            <a:solidFill>
              <a:srgbClr val="4E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ED8C0"/>
                </a:solidFill>
                <a:latin typeface="Meiryo"/>
              </a:rPr>
              <a:t>モバイル版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Outlook モバイル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差出人欄をタップして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エイリアスを選ぶ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474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6060"/>
                </a:solidFill>
                <a:latin typeface="Meiry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KNOWN LIMITATIONS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999AAA"/>
                </a:solidFill>
                <a:latin typeface="Meiryo"/>
              </a:rPr>
              <a:t>公式の既知の制限（私が最重要と見るもの）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14300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1">
                <a:solidFill>
                  <a:srgbClr val="F06060"/>
                </a:solidFill>
                <a:latin typeface="Meiryo"/>
              </a:rPr>
              <a:t>ルールが効かないことがある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スパム対策・ジャーナリング・メールフロールールが</a:t>
            </a:r>
          </a:p>
          <a:p>
            <a:pPr algn="ctr">
              <a:spcAft>
                <a:spcPts val="800"/>
              </a:spcAft>
            </a:pPr>
            <a:r>
              <a:rPr sz="2600" b="0">
                <a:solidFill>
                  <a:srgbClr val="F0F0F5"/>
                </a:solidFill>
                <a:latin typeface="Meiryo"/>
              </a:rPr>
              <a:t>エイリアス送信のメールに適用されない場合がある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KNOWN LIMITATIONS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そのほかの既知の制限と動作の変更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メッセージトレース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プライマリで検索しても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エイリアス送信分は出ない → エイリアスで検索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共有メールボックス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エイリアスから送れるのは OWA で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「別のメールボックスを開く」ときだけ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ハイブリッド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オンプレから mail.～.onmicrosoft.com 宛てに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届いた宛先が保持され、自動応答も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そこから出ることがある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4160520"/>
            <a:ext cx="73152" cy="2148840"/>
          </a:xfrm>
          <a:prstGeom prst="roundRect">
            <a:avLst>
              <a:gd name="adj" fmla="val 1000"/>
            </a:avLst>
          </a:prstGeom>
          <a:solidFill>
            <a:srgbClr val="E88D40"/>
          </a:solidFill>
          <a:ln w="12700">
            <a:solidFill>
              <a:srgbClr val="E88D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88D40"/>
                </a:solidFill>
                <a:latin typeface="Meiryo"/>
              </a:rPr>
              <a:t>表示の変化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差出人の表示やアドレスが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>これまでと変わることがある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今後の検討項目（実装の確約ではない）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73152" cy="14630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エイリアスごとの表示名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73152" cy="14630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フィルター・既定値の制御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524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73152" cy="1463040"/>
          </a:xfrm>
          <a:prstGeom prst="roundRect">
            <a:avLst>
              <a:gd name="adj" fmla="val 1000"/>
            </a:avLst>
          </a:prstGeom>
          <a:solidFill>
            <a:srgbClr val="BB86FC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659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B86FC"/>
                </a:solidFill>
                <a:latin typeface="Meiryo"/>
              </a:rPr>
              <a:t>カレンダーのサポート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5603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0F0F5"/>
                </a:solidFill>
                <a:latin typeface="Meiry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0F0F5"/>
                </a:solidFill>
                <a:latin typeface="Meiryo"/>
              </a:rPr>
              <a:t>GA は基本機能。想定外のケースがあればサポートチケットを、と案内されている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8D40"/>
                </a:solidFill>
                <a:latin typeface="Meiry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C70"/>
                </a:solidFill>
                <a:latin typeface="Meiryo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Meiryo"/>
              </a:rPr>
              <a:t>有効化の前に確認したいこと（私の提案）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28800"/>
            <a:ext cx="9601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メールフロールール・ジャーナリングがアドレスを条件にしていないか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971800"/>
            <a:ext cx="9601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メッセージトレースの手順に「エイリアスでも検索する」を足す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114800"/>
            <a:ext cx="9601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送信させたくないドメインを「受信のみ」にしておく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822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4EC960"/>
                </a:solidFill>
                <a:latin typeface="Meiryo"/>
              </a:rPr>
              <a:t>□4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257800"/>
            <a:ext cx="9601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F0F0F5"/>
                </a:solidFill>
                <a:latin typeface="Meiryo"/>
              </a:rPr>
              <a:t>共有メールボックス・ハイブリッドの制限を利用者へ伝える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