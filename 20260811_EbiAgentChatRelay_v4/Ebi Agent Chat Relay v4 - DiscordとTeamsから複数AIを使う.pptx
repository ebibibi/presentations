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i-icon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411480"/>
            <a:ext cx="1005840" cy="1005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9202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F0F0F5"/>
                </a:solidFill>
                <a:latin typeface="Meiryo"/>
              </a:rPr>
              <a:t>AIを、いつものチャットから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0">
                <a:solidFill>
                  <a:srgbClr val="999AAA"/>
                </a:solidFill>
                <a:latin typeface="Meiryo"/>
              </a:rPr>
              <a:t>Ebi Agent Chat Relay v4.0.0｜DiscordとTeamsに対応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3931920"/>
            <a:ext cx="5422392" cy="777240"/>
          </a:xfrm>
          <a:prstGeom prst="roundRect">
            <a:avLst>
              <a:gd name="adj" fmla="val 5000"/>
            </a:avLst>
          </a:prstGeom>
          <a:noFill/>
          <a:ln w="19050">
            <a:solidFill>
              <a:srgbClr val="E88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3931920"/>
            <a:ext cx="5422392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E88D40"/>
                </a:solidFill>
                <a:latin typeface="Meiryo"/>
              </a:rPr>
              <a:t>月額プラン × 選べるAI × Discord／Teams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89788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99AAA"/>
                </a:solidFill>
                <a:latin typeface="Meiryo"/>
              </a:rPr>
              <a:t>Source: https://github.com/ebibibi/ebi-agent-chat-relay/releases/tag/v4.0.0</a:t>
            </a:r>
          </a:p>
          <a:p>
            <a:pPr algn="ctr"/>
            <a:r>
              <a:rPr sz="1300" b="0">
                <a:solidFill>
                  <a:srgbClr val="5A5C70"/>
                </a:solidFill>
                <a:latin typeface="Meiryo"/>
              </a:rPr>
              <a:t>2026年8月11日 ｜ ebisuda.net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8D40"/>
                </a:solidFill>
                <a:latin typeface="Meiryo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47472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C70"/>
                </a:solidFill>
                <a:latin typeface="Meiryo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0F5"/>
                </a:solidFill>
                <a:latin typeface="Meiryo"/>
              </a:rPr>
              <a:t>何ができるものを作ったのか？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28800"/>
            <a:ext cx="1097280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000" b="1">
                <a:solidFill>
                  <a:srgbClr val="5BB0F0"/>
                </a:solidFill>
                <a:latin typeface="Meiryo"/>
              </a:rPr>
              <a:t>チャットから、AIに仕事を頼む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886200"/>
            <a:ext cx="98755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0">
                <a:solidFill>
                  <a:srgbClr val="F0F0F5"/>
                </a:solidFill>
                <a:latin typeface="Meiryo"/>
              </a:rPr>
              <a:t>DiscordやTeamsと、別の環境で動くClaude CodeやCodexをつなぎます。依頼も結果も、いつものチャットです。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8D40"/>
                </a:solidFill>
                <a:latin typeface="Meiryo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47472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C70"/>
                </a:solidFill>
                <a:latin typeface="Meiryo"/>
              </a:rPr>
              <a:t>VALUE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0F5"/>
                </a:solidFill>
                <a:latin typeface="Meiryo"/>
              </a:rPr>
              <a:t>使った量に応じて料金が増える方式だけではない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E88D40"/>
                </a:solidFill>
                <a:latin typeface="Meiryo"/>
              </a:rPr>
              <a:t>月額サブスクリプションを活かす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06040"/>
            <a:ext cx="5074920" cy="256032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606040"/>
            <a:ext cx="64008" cy="256032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07208"/>
            <a:ext cx="463600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5BB0F0"/>
                </a:solidFill>
                <a:latin typeface="Meiryo"/>
              </a:rPr>
              <a:t>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4636008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0F0F5"/>
                </a:solidFill>
                <a:latin typeface="Meiryo"/>
              </a:rPr>
              <a:t>Claude Pro／Maxの契約で利用
PC上でAIに作業させる公式ツール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606040"/>
            <a:ext cx="5074920" cy="256032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46520" y="2606040"/>
            <a:ext cx="64008" cy="256032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807208"/>
            <a:ext cx="463600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5BB0F0"/>
                </a:solidFill>
                <a:latin typeface="Meiryo"/>
              </a:rPr>
              <a:t>OpenAI Codex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520440"/>
            <a:ext cx="4636008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0F0F5"/>
                </a:solidFill>
                <a:latin typeface="Meiryo"/>
              </a:rPr>
              <a:t>ChatGPT Plus／Pro／Businessで利用
PC上でAIに作業させる公式ツール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0F0F5"/>
                </a:solidFill>
                <a:latin typeface="Meiryo"/>
              </a:rPr>
              <a:t>各プランの利用条件・上限の範囲で使える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8D40"/>
                </a:solidFill>
                <a:latin typeface="Meiryo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47472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C70"/>
                </a:solidFill>
                <a:latin typeface="Meiryo"/>
              </a:rPr>
              <a:t>VALUE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0F5"/>
                </a:solidFill>
                <a:latin typeface="Meiryo"/>
              </a:rPr>
              <a:t>どちらか一つに決めなくていい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28800"/>
            <a:ext cx="1097280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300" b="1">
                <a:solidFill>
                  <a:srgbClr val="5BB0F0"/>
                </a:solidFill>
                <a:latin typeface="Meiryo"/>
              </a:rPr>
              <a:t>Discordなら、会話の途中でClaude Code ⇄ Codex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886200"/>
            <a:ext cx="98755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0">
                <a:solidFill>
                  <a:srgbClr val="F0F0F5"/>
                </a:solidFill>
                <a:latin typeface="Meiryo"/>
              </a:rPr>
              <a:t>仕事を担当するツールを交代。会話履歴の一部をテキストで渡すので、手作業の要約やコピー＆ペーストは不要です。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8D40"/>
                </a:solidFill>
                <a:latin typeface="Meiryo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47472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C70"/>
                </a:solidFill>
                <a:latin typeface="Meiryo"/>
              </a:rPr>
              <a:t>MULTIPLE BACKENDS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0F5"/>
                </a:solidFill>
                <a:latin typeface="Meiryo"/>
              </a:rPr>
              <a:t>仕事を担当するAIツールを選べる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074920" cy="329184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64008" cy="329184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463600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BB0F0"/>
                </a:solidFill>
                <a:latin typeface="Meiryo"/>
              </a:rPr>
              <a:t>Claude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36008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0F0F5"/>
                </a:solidFill>
                <a:latin typeface="Meiryo"/>
              </a:rPr>
              <a:t>この会話を担当
月額プランを活用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828800"/>
            <a:ext cx="5074920" cy="329184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6520" y="1828800"/>
            <a:ext cx="64008" cy="329184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29968"/>
            <a:ext cx="463600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BB0F0"/>
                </a:solidFill>
                <a:latin typeface="Meiryo"/>
              </a:rPr>
              <a:t>Codex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636008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0F0F5"/>
                </a:solidFill>
                <a:latin typeface="Meiryo"/>
              </a:rPr>
              <a:t>途中から交代も可能
月額プランを活用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1">
                <a:solidFill>
                  <a:srgbClr val="F0F0F5"/>
                </a:solidFill>
                <a:latin typeface="Meiryo"/>
              </a:rPr>
              <a:t>Discordでは会話ごとに切替可能。ほかのAIへつなぐ拡張性もあります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8D40"/>
                </a:solidFill>
                <a:latin typeface="Meiryo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47472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C70"/>
                </a:solidFill>
                <a:latin typeface="Meiryo"/>
              </a:rPr>
              <a:t>VALUE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0F5"/>
                </a:solidFill>
                <a:latin typeface="Meiryo"/>
              </a:rPr>
              <a:t>話しかける場所も選べる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074920" cy="342900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64008" cy="342900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463600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BB0F0"/>
                </a:solidFill>
                <a:latin typeface="Meiryo"/>
              </a:rPr>
              <a:t>Discord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36008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0F0F5"/>
                </a:solidFill>
                <a:latin typeface="Meiryo"/>
              </a:rPr>
              <a:t>個人開発・コミュニティ
スマホから気軽に依頼
会話ごとにスレッドを分ける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828800"/>
            <a:ext cx="5074920" cy="342900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6520" y="1828800"/>
            <a:ext cx="64008" cy="342900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29968"/>
            <a:ext cx="463600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BB0F0"/>
                </a:solidFill>
                <a:latin typeface="Meiryo"/>
              </a:rPr>
              <a:t>Microsoft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636008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0F0F5"/>
                </a:solidFill>
                <a:latin typeface="Meiryo"/>
              </a:rPr>
              <a:t>組織で普段使うチャット
仕事の会話からそのまま依頼
普段のチャットから文字で頼める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>
                <a:solidFill>
                  <a:srgbClr val="F0F0F5"/>
                </a:solidFill>
                <a:latin typeface="Meiryo"/>
              </a:rPr>
              <a:t>自分や組織が、普段いる場所から使える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8D40"/>
                </a:solidFill>
                <a:latin typeface="Meiryo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47472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C70"/>
                </a:solidFill>
                <a:latin typeface="Meiryo"/>
              </a:rPr>
              <a:t>FROM CHAT TO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0F5"/>
                </a:solidFill>
                <a:latin typeface="Meiryo"/>
              </a:rPr>
              <a:t>チャットで頼めること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965960"/>
            <a:ext cx="2514600" cy="333756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965960"/>
            <a:ext cx="64008" cy="333756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67128"/>
            <a:ext cx="20756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5BB0F0"/>
                </a:solidFill>
                <a:latin typeface="Meiryo"/>
              </a:rPr>
              <a:t>1  依頼する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075688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F0F0F5"/>
                </a:solidFill>
                <a:latin typeface="Meiryo"/>
              </a:rPr>
              <a:t>スマホやPCから
やってほしいことを書く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2928" y="32461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999AAA"/>
                </a:solidFill>
                <a:latin typeface="Meiry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965960"/>
            <a:ext cx="2514600" cy="333756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60" y="1965960"/>
            <a:ext cx="64008" cy="333756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167128"/>
            <a:ext cx="20756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5BB0F0"/>
                </a:solidFill>
                <a:latin typeface="Meiryo"/>
              </a:rPr>
              <a:t>2  AIが作業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80360"/>
            <a:ext cx="2075688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F0F0F5"/>
                </a:solidFill>
                <a:latin typeface="Meiryo"/>
              </a:rPr>
              <a:t>ファイルを調べる
実装・調査・レビュー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9008" y="32461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999AAA"/>
                </a:solidFill>
                <a:latin typeface="Meiryo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965960"/>
            <a:ext cx="2514600" cy="333756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965960"/>
            <a:ext cx="64008" cy="333756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167128"/>
            <a:ext cx="20756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5BB0F0"/>
                </a:solidFill>
                <a:latin typeface="Meiryo"/>
              </a:rPr>
              <a:t>3  途中で確認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80360"/>
            <a:ext cx="2075688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F0F0F5"/>
                </a:solidFill>
                <a:latin typeface="Meiryo"/>
              </a:rPr>
              <a:t>必要に応じて
追加の指示を送る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2461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999AAA"/>
                </a:solidFill>
                <a:latin typeface="Meiryo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965960"/>
            <a:ext cx="2514600" cy="333756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89720" y="1965960"/>
            <a:ext cx="64008" cy="333756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2167128"/>
            <a:ext cx="20756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5BB0F0"/>
                </a:solidFill>
                <a:latin typeface="Meiryo"/>
              </a:rPr>
              <a:t>4  結果を受け取る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880360"/>
            <a:ext cx="2075688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F0F0F5"/>
                </a:solidFill>
                <a:latin typeface="Meiryo"/>
              </a:rPr>
              <a:t>完了報告と結果が
同じ会話へ戻る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71500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1">
                <a:solidFill>
                  <a:srgbClr val="F0F0F5"/>
                </a:solidFill>
                <a:latin typeface="Meiryo"/>
              </a:rPr>
              <a:t>Discordでは、複数のスレッドで複数の仕事を同時に進められます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8D40"/>
                </a:solidFill>
                <a:latin typeface="Meiryo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47472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C70"/>
                </a:solidFill>
                <a:latin typeface="Meiryo"/>
              </a:rPr>
              <a:t>PROVEN ON REAL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0F5"/>
                </a:solidFill>
                <a:latin typeface="Meiryo"/>
              </a:rPr>
              <a:t>実際のTeamsとCodexをつないで検証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48840"/>
            <a:ext cx="2743200" cy="246888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64008" cy="246888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50008"/>
            <a:ext cx="23042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5BB0F0"/>
                </a:solidFill>
                <a:latin typeface="Meiryo"/>
              </a:rPr>
              <a:t>Microsoft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63240"/>
            <a:ext cx="2304288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0F0F5"/>
                </a:solidFill>
                <a:latin typeface="Meiryo"/>
              </a:rPr>
              <a:t>実際のチャットから依頼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971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999AAA"/>
                </a:solidFill>
                <a:latin typeface="Meiry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48840"/>
            <a:ext cx="3474720" cy="246888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148840"/>
            <a:ext cx="64008" cy="246888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350008"/>
            <a:ext cx="303580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5BB0F0"/>
                </a:solidFill>
                <a:latin typeface="Meiryo"/>
              </a:rPr>
              <a:t>Ebi Agent Chat Relay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63240"/>
            <a:ext cx="3035808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0F0F5"/>
                </a:solidFill>
                <a:latin typeface="Meiryo"/>
              </a:rPr>
              <a:t>依頼を選んだAIへ届ける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2971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999AAA"/>
                </a:solidFill>
                <a:latin typeface="Meiryo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148840"/>
            <a:ext cx="2743200" cy="246888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0" y="2148840"/>
            <a:ext cx="64008" cy="246888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15400" y="2350008"/>
            <a:ext cx="23042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5BB0F0"/>
                </a:solidFill>
                <a:latin typeface="Meiryo"/>
              </a:rPr>
              <a:t>Codex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063240"/>
            <a:ext cx="2304288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F0F0F5"/>
                </a:solidFill>
                <a:latin typeface="Meiryo"/>
              </a:rPr>
              <a:t>実際のCodexが依頼を処理しTeamsへ返信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03520"/>
            <a:ext cx="10698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0F0F5"/>
                </a:solidFill>
                <a:latin typeface="Meiryo"/>
              </a:rPr>
              <a:t>Discordを動かしたまま、Teams → Codex → Teamsの往復を確認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8D40"/>
                </a:solidFill>
                <a:latin typeface="Meiryo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47472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C70"/>
                </a:solidFill>
                <a:latin typeface="Meiryo"/>
              </a:rPr>
              <a:t>TEAMS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0F5"/>
                </a:solidFill>
                <a:latin typeface="Meiryo"/>
              </a:rPr>
              <a:t>Teams版は、組織側で導入設定が必要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3383280" cy="333756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64008" cy="333756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75687"/>
            <a:ext cx="2944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5BB0F0"/>
                </a:solidFill>
                <a:latin typeface="Meiryo"/>
              </a:rPr>
              <a:t>Teams管理者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2944368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0F0F5"/>
                </a:solidFill>
                <a:latin typeface="Meiryo"/>
              </a:rPr>
              <a:t>組織のアプリとして登録
利用者へ配布できる状態にする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383280" cy="333756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1874519"/>
            <a:ext cx="64008" cy="333756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075687"/>
            <a:ext cx="2944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5BB0F0"/>
                </a:solidFill>
                <a:latin typeface="Meiryo"/>
              </a:rPr>
              <a:t>中継環境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88920"/>
            <a:ext cx="2944368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0F0F5"/>
                </a:solidFill>
                <a:latin typeface="Meiryo"/>
              </a:rPr>
              <a:t>TeamsとAIを安全につなぐ
AIを動かす環境とは分けて置く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874519"/>
            <a:ext cx="3383280" cy="3337560"/>
          </a:xfrm>
          <a:prstGeom prst="roundRect">
            <a:avLst>
              <a:gd name="adj" fmla="val 5000"/>
            </a:avLst>
          </a:prstGeom>
          <a:solidFill>
            <a:srgbClr val="1A1D2E"/>
          </a:solidFill>
          <a:ln w="13970">
            <a:solidFill>
              <a:srgbClr val="2A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874519"/>
            <a:ext cx="64008" cy="3337560"/>
          </a:xfrm>
          <a:prstGeom prst="roundRect">
            <a:avLst>
              <a:gd name="adj" fmla="val 1000"/>
            </a:avLst>
          </a:prstGeom>
          <a:solidFill>
            <a:srgbClr val="5BB0F0"/>
          </a:solidFill>
          <a:ln w="12700">
            <a:solidFill>
              <a:srgbClr val="5B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075687"/>
            <a:ext cx="2944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5BB0F0"/>
                </a:solidFill>
                <a:latin typeface="Meiryo"/>
              </a:rPr>
              <a:t>利用者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788920"/>
            <a:ext cx="2944368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0F0F5"/>
                </a:solidFill>
                <a:latin typeface="Meiryo"/>
              </a:rPr>
              <a:t>セットアップ後は
いつものTeamsから話すだけ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5099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E88D40"/>
                </a:solidFill>
                <a:latin typeface="Meiryo"/>
              </a:rPr>
              <a:t>詳しい導入手順はnote記事と公式Teams Setup Guideで解説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8D40"/>
                </a:solidFill>
                <a:latin typeface="Meiryo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47472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C70"/>
                </a:solidFill>
                <a:latin typeface="Meiryo"/>
              </a:rPr>
              <a:t>V4.0.0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0F5"/>
                </a:solidFill>
                <a:latin typeface="Meiryo"/>
              </a:rPr>
              <a:t>Ebi Agent Chat Relay v4で実現したこと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28800"/>
            <a:ext cx="1097280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700" b="1">
                <a:solidFill>
                  <a:srgbClr val="E88D40"/>
                </a:solidFill>
                <a:latin typeface="Meiryo"/>
              </a:rPr>
              <a:t>選べるAIツール。選べるチャット。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886200"/>
            <a:ext cx="98755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0">
                <a:solidFill>
                  <a:srgbClr val="F0F0F5"/>
                </a:solidFill>
                <a:latin typeface="Meiryo"/>
              </a:rPr>
              <a:t>月額プランを活用。Discordは会話ごとに担当ツールを切替。Teamsは組織設定のツールを、普段のチャットから使う。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