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【14:00 / オープニング】
・配信が見えているか、音が出ているかをチャットで確認
・「今日は1本勝負のライブデモです。リハーサルはしていません」と最初に宣言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ここは30秒。長くしない。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後半に高添さんがいることを必ず言う。デモが押しても15:00で必ず切る。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【14:03】ここでFlowAskのURLをチャットにも貼る。QRを出してもいい。
デモサイトは自分で開いてもらうと「仕込みではない」ことが伝わりやすい。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【14:05】今日はこの1本だけ。欲張らない。
「成功例の再生」ではなく「公開実験」だと言い切る。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リハーサルをしていない理由をここで説明する:
一度解かせたシナリオを本番で再演すると、AIは答えを知っている状態になるため。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ここで一度ポータルに切り替える。緑の可用性画面も先に見せておくと、赤くなったときの対比が効く。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物理構成。話す順番:
1. 左＝Azure、右＝オンプレ。境界をまたぐ線は3本しかない
2. 青＝Arc管理経路（オンプレ発・アウトバウンド443）
3. 緑＝Azure Monitorからの監視HTTP
4. 橙＝Cloudflare Tunnel（オンプレ発・アウトバウンド443）
5. 受信ポート開放・VPN・踏み台はどこにも無い
6. 灰点線＝ラボ構築時だけ使うAnsible経路。ライブ復旧では使わない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AIの居場所の話。ここが今日いちばん誤解されやすい。
「AIがオンプレに直接入っている」のではない。
AIがいるのは操作PC。az CLI → Azure → Arc Run Command → オンプレ、の一本道。
だから権限の話（後半）は、全部 Azure 側の RBAC で切れる。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ここは3分。共感パートなので早口にならないよう注意。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「AIに何を渡すか」＝後半の権限の話への伏線。ここでは深入りしない。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「無音の数分」を事故にしないための予告。ここ大事。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【14:20 目安】
・FlowAskの選択式質問（ボタン）で投票。集計はリアルタイムで出る
・投票は2分で締める。同数なら私が選ぶ、と先に宣言しておく
・シナリオと対象OSは別々の質問。2回押してもらう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リハーサル無し＝AIにとっても初見であることを、投票前にもう一度言う。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【投票の直後 &amp; 赤くなるのを待つ数分】ここを読み上げて時間を埋める。
拾った要望は種明かしパートでも触れると、参加してもらえた感が出る。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壊す直前に、この1枚で「これから何が起きるか」を予告しておく。
① 検知（Azure Monitor が赤） → ② 判断（AIが証拠を集める） → ③ 実行（Arc Run Command）
→ ④ 復旧（オンプレ） → ⑤ 確認（同じ可用性テストが緑）
見てほしいのは成功そのものではなく、②の「証拠を取ってから動くか」。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【14:25〜14:40 / ライブ15分】
・実況は最小限。AIの出力を読ませる時間を作る
・沈黙が続いたら「今こういう仮説を検証しています」と1行だけ補う
・14:40 で復旧していなければ、そこで一度止めて種明かしへ進む（時間厳守）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【14:40〜14:47】ブラックボックスにしないことが信頼の条件、という言い方をする。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【14:47】ここが本題。デモは前振り、という顔をして話す。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【14:50〜15:00】15:00 に必ず高添さんへバトンタッチ。時間が余ったら第74回のラボの話をする。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【15:00】画面共有を切り替える。切り替え後に音声が出ているか必ず確認。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【15:25】アンケート・Connpassのフィードバック・次回告知。YouTubeのアーカイブが残ることも伝える。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HCCJP 第76回勉強会</dc:title>
  <dc:subject>PptxGenJS Presentation</dc:subject>
  <dc:creator>Created by Marp</dc:creator>
  <cp:lastModifiedBy>Created by Marp</cp:lastModifiedBy>
  <cp:revision>1</cp:revision>
  <dcterms:created xsi:type="dcterms:W3CDTF">2026-08-13T02:29:07Z</dcterms:created>
  <dcterms:modified xsi:type="dcterms:W3CDTF">2026-08-13T02:29:07Z</dcterms:modified>
</cp:coreProperties>
</file>