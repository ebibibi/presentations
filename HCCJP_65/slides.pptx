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ja-JP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739800" y="1625760"/>
            <a:ext cx="751716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 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第</a:t>
            </a:r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65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回勉強会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903960" y="2837880"/>
            <a:ext cx="65844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986640" y="3580920"/>
            <a:ext cx="5493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会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431000" y="4675320"/>
            <a:ext cx="61560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</a:t>
            </a:r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9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⽉</a:t>
            </a:r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⽇（⾦）</a:t>
            </a:r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開始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767160" y="1831320"/>
            <a:ext cx="186120" cy="322200"/>
          </a:xfrm>
          <a:custGeom>
            <a:avLst/>
            <a:gdLst/>
            <a:ahLst/>
            <a:rect l="0" t="0" r="r" b="b"/>
            <a:pathLst>
              <a:path w="517" h="895">
                <a:moveTo>
                  <a:pt x="0" y="0"/>
                </a:moveTo>
                <a:lnTo>
                  <a:pt x="0" y="455"/>
                </a:lnTo>
                <a:cubicBezTo>
                  <a:pt x="0" y="530"/>
                  <a:pt x="40" y="546"/>
                  <a:pt x="40" y="546"/>
                </a:cubicBezTo>
                <a:lnTo>
                  <a:pt x="466" y="881"/>
                </a:lnTo>
                <a:cubicBezTo>
                  <a:pt x="533" y="934"/>
                  <a:pt x="515" y="823"/>
                  <a:pt x="515" y="823"/>
                </a:cubicBezTo>
                <a:lnTo>
                  <a:pt x="515" y="404"/>
                </a:lnTo>
                <a:lnTo>
                  <a:pt x="0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951480" y="1831320"/>
            <a:ext cx="186480" cy="322200"/>
          </a:xfrm>
          <a:custGeom>
            <a:avLst/>
            <a:gdLst/>
            <a:ahLst/>
            <a:rect l="0" t="0" r="r" b="b"/>
            <a:pathLst>
              <a:path w="518" h="895">
                <a:moveTo>
                  <a:pt x="518" y="0"/>
                </a:moveTo>
                <a:lnTo>
                  <a:pt x="518" y="455"/>
                </a:lnTo>
                <a:cubicBezTo>
                  <a:pt x="518" y="530"/>
                  <a:pt x="479" y="546"/>
                  <a:pt x="479" y="546"/>
                </a:cubicBezTo>
                <a:cubicBezTo>
                  <a:pt x="479" y="546"/>
                  <a:pt x="119" y="829"/>
                  <a:pt x="52" y="881"/>
                </a:cubicBezTo>
                <a:cubicBezTo>
                  <a:pt x="-15" y="934"/>
                  <a:pt x="2" y="823"/>
                  <a:pt x="2" y="823"/>
                </a:cubicBezTo>
                <a:lnTo>
                  <a:pt x="2" y="404"/>
                </a:lnTo>
                <a:lnTo>
                  <a:pt x="518" y="0"/>
                </a:ln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767160" y="1686240"/>
            <a:ext cx="370800" cy="295200"/>
          </a:xfrm>
          <a:custGeom>
            <a:avLst/>
            <a:gdLst/>
            <a:ahLst/>
            <a:rect l="0" t="0" r="r" b="b"/>
            <a:pathLst>
              <a:path w="1030" h="820">
                <a:moveTo>
                  <a:pt x="563" y="17"/>
                </a:moveTo>
                <a:cubicBezTo>
                  <a:pt x="535" y="-5"/>
                  <a:pt x="490" y="-5"/>
                  <a:pt x="462" y="17"/>
                </a:cubicBezTo>
                <a:lnTo>
                  <a:pt x="21" y="367"/>
                </a:lnTo>
                <a:cubicBezTo>
                  <a:pt x="-7" y="390"/>
                  <a:pt x="-7" y="426"/>
                  <a:pt x="21" y="449"/>
                </a:cubicBezTo>
                <a:lnTo>
                  <a:pt x="463" y="804"/>
                </a:lnTo>
                <a:cubicBezTo>
                  <a:pt x="491" y="826"/>
                  <a:pt x="537" y="826"/>
                  <a:pt x="564" y="804"/>
                </a:cubicBezTo>
                <a:lnTo>
                  <a:pt x="1009" y="446"/>
                </a:lnTo>
                <a:cubicBezTo>
                  <a:pt x="1037" y="423"/>
                  <a:pt x="1037" y="386"/>
                  <a:pt x="1009" y="364"/>
                </a:cubicBezTo>
                <a:lnTo>
                  <a:pt x="563" y="17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939240" y="1959120"/>
            <a:ext cx="26640" cy="199800"/>
          </a:xfrm>
          <a:custGeom>
            <a:avLst/>
            <a:gdLst/>
            <a:ahLst/>
            <a:rect l="0" t="0" r="r" b="b"/>
            <a:pathLst>
              <a:path w="74" h="555">
                <a:moveTo>
                  <a:pt x="36" y="555"/>
                </a:moveTo>
                <a:cubicBezTo>
                  <a:pt x="16" y="555"/>
                  <a:pt x="0" y="538"/>
                  <a:pt x="0" y="516"/>
                </a:cubicBezTo>
                <a:lnTo>
                  <a:pt x="0" y="40"/>
                </a:lnTo>
                <a:cubicBezTo>
                  <a:pt x="0" y="18"/>
                  <a:pt x="16" y="0"/>
                  <a:pt x="36" y="0"/>
                </a:cubicBezTo>
                <a:cubicBezTo>
                  <a:pt x="58" y="0"/>
                  <a:pt x="74" y="18"/>
                  <a:pt x="74" y="40"/>
                </a:cubicBezTo>
                <a:lnTo>
                  <a:pt x="74" y="516"/>
                </a:lnTo>
                <a:cubicBezTo>
                  <a:pt x="74" y="538"/>
                  <a:pt x="58" y="555"/>
                  <a:pt x="36" y="55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24040" y="1730520"/>
            <a:ext cx="261000" cy="266400"/>
          </a:xfrm>
          <a:custGeom>
            <a:avLst/>
            <a:gdLst/>
            <a:ahLst/>
            <a:rect l="0" t="0" r="r" b="b"/>
            <a:pathLst>
              <a:path w="725" h="740">
                <a:moveTo>
                  <a:pt x="725" y="568"/>
                </a:moveTo>
                <a:cubicBezTo>
                  <a:pt x="725" y="608"/>
                  <a:pt x="729" y="628"/>
                  <a:pt x="688" y="658"/>
                </a:cubicBezTo>
                <a:lnTo>
                  <a:pt x="597" y="727"/>
                </a:lnTo>
                <a:cubicBezTo>
                  <a:pt x="557" y="757"/>
                  <a:pt x="541" y="731"/>
                  <a:pt x="541" y="690"/>
                </a:cubicBezTo>
                <a:lnTo>
                  <a:pt x="541" y="581"/>
                </a:lnTo>
                <a:cubicBezTo>
                  <a:pt x="541" y="574"/>
                  <a:pt x="540" y="567"/>
                  <a:pt x="531" y="559"/>
                </a:cubicBezTo>
                <a:cubicBezTo>
                  <a:pt x="436" y="481"/>
                  <a:pt x="67" y="189"/>
                  <a:pt x="0" y="135"/>
                </a:cubicBezTo>
                <a:lnTo>
                  <a:pt x="170" y="0"/>
                </a:lnTo>
                <a:cubicBezTo>
                  <a:pt x="217" y="34"/>
                  <a:pt x="566" y="303"/>
                  <a:pt x="712" y="418"/>
                </a:cubicBezTo>
                <a:cubicBezTo>
                  <a:pt x="719" y="423"/>
                  <a:pt x="725" y="430"/>
                  <a:pt x="725" y="437"/>
                </a:cubicBezTo>
                <a:lnTo>
                  <a:pt x="725" y="568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824040" y="1730520"/>
            <a:ext cx="259560" cy="206640"/>
          </a:xfrm>
          <a:custGeom>
            <a:avLst/>
            <a:gdLst/>
            <a:ahLst/>
            <a:rect l="0" t="0" r="r" b="b"/>
            <a:pathLst>
              <a:path w="721" h="574">
                <a:moveTo>
                  <a:pt x="712" y="419"/>
                </a:moveTo>
                <a:cubicBezTo>
                  <a:pt x="566" y="304"/>
                  <a:pt x="217" y="34"/>
                  <a:pt x="170" y="0"/>
                </a:cubicBezTo>
                <a:lnTo>
                  <a:pt x="107" y="50"/>
                </a:lnTo>
                <a:lnTo>
                  <a:pt x="0" y="136"/>
                </a:lnTo>
                <a:cubicBezTo>
                  <a:pt x="67" y="190"/>
                  <a:pt x="436" y="482"/>
                  <a:pt x="531" y="560"/>
                </a:cubicBezTo>
                <a:cubicBezTo>
                  <a:pt x="536" y="565"/>
                  <a:pt x="539" y="569"/>
                  <a:pt x="540" y="574"/>
                </a:cubicBezTo>
                <a:lnTo>
                  <a:pt x="721" y="428"/>
                </a:lnTo>
                <a:cubicBezTo>
                  <a:pt x="719" y="425"/>
                  <a:pt x="716" y="422"/>
                  <a:pt x="712" y="41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857880" y="1730520"/>
            <a:ext cx="227160" cy="247320"/>
          </a:xfrm>
          <a:custGeom>
            <a:avLst/>
            <a:gdLst/>
            <a:ahLst/>
            <a:rect l="0" t="0" r="r" b="b"/>
            <a:pathLst>
              <a:path w="631" h="687">
                <a:moveTo>
                  <a:pt x="631" y="569"/>
                </a:moveTo>
                <a:lnTo>
                  <a:pt x="631" y="438"/>
                </a:lnTo>
                <a:cubicBezTo>
                  <a:pt x="631" y="431"/>
                  <a:pt x="625" y="424"/>
                  <a:pt x="618" y="419"/>
                </a:cubicBezTo>
                <a:cubicBezTo>
                  <a:pt x="472" y="303"/>
                  <a:pt x="123" y="34"/>
                  <a:pt x="76" y="0"/>
                </a:cubicBezTo>
                <a:lnTo>
                  <a:pt x="0" y="60"/>
                </a:lnTo>
                <a:cubicBezTo>
                  <a:pt x="125" y="158"/>
                  <a:pt x="460" y="417"/>
                  <a:pt x="547" y="486"/>
                </a:cubicBezTo>
                <a:cubicBezTo>
                  <a:pt x="557" y="494"/>
                  <a:pt x="557" y="502"/>
                  <a:pt x="557" y="509"/>
                </a:cubicBezTo>
                <a:lnTo>
                  <a:pt x="557" y="687"/>
                </a:lnTo>
                <a:lnTo>
                  <a:pt x="594" y="659"/>
                </a:lnTo>
                <a:cubicBezTo>
                  <a:pt x="635" y="629"/>
                  <a:pt x="631" y="609"/>
                  <a:pt x="631" y="56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857880" y="1730520"/>
            <a:ext cx="225720" cy="176400"/>
          </a:xfrm>
          <a:custGeom>
            <a:avLst/>
            <a:gdLst/>
            <a:ahLst/>
            <a:rect l="0" t="0" r="r" b="b"/>
            <a:pathLst>
              <a:path w="627" h="490">
                <a:moveTo>
                  <a:pt x="618" y="419"/>
                </a:moveTo>
                <a:cubicBezTo>
                  <a:pt x="472" y="303"/>
                  <a:pt x="123" y="34"/>
                  <a:pt x="76" y="0"/>
                </a:cubicBezTo>
                <a:lnTo>
                  <a:pt x="0" y="60"/>
                </a:lnTo>
                <a:cubicBezTo>
                  <a:pt x="125" y="158"/>
                  <a:pt x="460" y="417"/>
                  <a:pt x="547" y="486"/>
                </a:cubicBezTo>
                <a:cubicBezTo>
                  <a:pt x="548" y="488"/>
                  <a:pt x="549" y="489"/>
                  <a:pt x="550" y="490"/>
                </a:cubicBezTo>
                <a:lnTo>
                  <a:pt x="627" y="428"/>
                </a:lnTo>
                <a:cubicBezTo>
                  <a:pt x="625" y="425"/>
                  <a:pt x="622" y="422"/>
                  <a:pt x="618" y="419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66720" y="618480"/>
            <a:ext cx="3292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本⽇のテーマ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218600" y="1605600"/>
            <a:ext cx="736092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ファイルサーバー運⽤の新時代︕</a:t>
            </a:r>
            <a:endParaRPr b="0" lang="en-US" sz="37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752400" y="342864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3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3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cubicBezTo>
                  <a:pt x="169" y="0"/>
                  <a:pt x="179" y="2"/>
                  <a:pt x="189" y="4"/>
                </a:cubicBezTo>
                <a:cubicBezTo>
                  <a:pt x="200" y="6"/>
                  <a:pt x="210" y="9"/>
                  <a:pt x="219" y="13"/>
                </a:cubicBezTo>
                <a:cubicBezTo>
                  <a:pt x="229" y="17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80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66720" y="2253240"/>
            <a:ext cx="742356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Files</a:t>
            </a:r>
            <a:r>
              <a:rPr b="1" lang="ja-JP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と</a:t>
            </a:r>
            <a:r>
              <a:rPr b="1" lang="en-US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Arc</a:t>
            </a:r>
            <a:r>
              <a:rPr b="1" lang="ja-JP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拡張の最前線</a:t>
            </a:r>
            <a:endParaRPr b="0" lang="en-US" sz="37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52400" y="396216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7"/>
                </a:cubicBezTo>
                <a:cubicBezTo>
                  <a:pt x="21" y="238"/>
                  <a:pt x="16" y="229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047600" y="3255120"/>
            <a:ext cx="6825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Files 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最新アップデートと活⽤ポイント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752400" y="450504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0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0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7" y="9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9"/>
                  <a:pt x="219" y="13"/>
                </a:cubicBezTo>
                <a:cubicBezTo>
                  <a:pt x="229" y="17"/>
                  <a:pt x="238" y="22"/>
                  <a:pt x="247" y="28"/>
                </a:cubicBezTo>
                <a:cubicBezTo>
                  <a:pt x="255" y="34"/>
                  <a:pt x="263" y="40"/>
                  <a:pt x="271" y="48"/>
                </a:cubicBezTo>
                <a:cubicBezTo>
                  <a:pt x="278" y="55"/>
                  <a:pt x="285" y="63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047600" y="3788640"/>
            <a:ext cx="8360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Arc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拡張対応で進化した 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File Sync 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管理（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GA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52400" y="503856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7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6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9"/>
                  <a:pt x="315" y="129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47600" y="4331520"/>
            <a:ext cx="936072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認証と 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Entra ID Kerberos 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によるハイブリッド展開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47600" y="4865040"/>
            <a:ext cx="57466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"Adaptive Cloud" 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最新動向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"/>
          <p:cNvSpPr txBox="1"/>
          <p:nvPr/>
        </p:nvSpPr>
        <p:spPr>
          <a:xfrm>
            <a:off x="2174040" y="180684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オープニング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962440" y="3103560"/>
            <a:ext cx="25149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司会︓胡⽥ 昌彦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606320" y="3570480"/>
            <a:ext cx="51444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⽇本ビジネスシステムズ株式会社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413360" y="4037040"/>
            <a:ext cx="5332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Microsoft MVP for Azure Hybrid,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23480" y="4494240"/>
            <a:ext cx="27190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Windows Server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76080" y="1666800"/>
            <a:ext cx="1019520" cy="810000"/>
          </a:xfrm>
          <a:custGeom>
            <a:avLst/>
            <a:gdLst/>
            <a:ahLst/>
            <a:rect l="0" t="0" r="r" b="b"/>
            <a:pathLst>
              <a:path w="2832" h="2250">
                <a:moveTo>
                  <a:pt x="0" y="0"/>
                </a:moveTo>
                <a:lnTo>
                  <a:pt x="2832" y="0"/>
                </a:lnTo>
                <a:lnTo>
                  <a:pt x="2832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695240" y="1666800"/>
            <a:ext cx="695880" cy="810000"/>
          </a:xfrm>
          <a:custGeom>
            <a:avLst/>
            <a:gdLst/>
            <a:ahLst/>
            <a:rect l="0" t="0" r="r" b="b"/>
            <a:pathLst>
              <a:path w="1933" h="2250">
                <a:moveTo>
                  <a:pt x="0" y="0"/>
                </a:moveTo>
                <a:lnTo>
                  <a:pt x="1933" y="0"/>
                </a:lnTo>
                <a:lnTo>
                  <a:pt x="1933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390760" y="1666800"/>
            <a:ext cx="4819680" cy="810000"/>
          </a:xfrm>
          <a:custGeom>
            <a:avLst/>
            <a:gdLst/>
            <a:ahLst/>
            <a:rect l="0" t="0" r="r" b="b"/>
            <a:pathLst>
              <a:path w="13388" h="2250">
                <a:moveTo>
                  <a:pt x="0" y="0"/>
                </a:moveTo>
                <a:lnTo>
                  <a:pt x="13388" y="0"/>
                </a:lnTo>
                <a:lnTo>
                  <a:pt x="1338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7210080" y="1666800"/>
            <a:ext cx="4315320" cy="810000"/>
          </a:xfrm>
          <a:custGeom>
            <a:avLst/>
            <a:gdLst/>
            <a:ahLst/>
            <a:rect l="0" t="0" r="r" b="b"/>
            <a:pathLst>
              <a:path w="11987" h="2250">
                <a:moveTo>
                  <a:pt x="0" y="0"/>
                </a:moveTo>
                <a:lnTo>
                  <a:pt x="11987" y="0"/>
                </a:lnTo>
                <a:lnTo>
                  <a:pt x="1198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76080" y="2476440"/>
            <a:ext cx="1019520" cy="457560"/>
          </a:xfrm>
          <a:custGeom>
            <a:avLst/>
            <a:gdLst/>
            <a:ahLst/>
            <a:rect l="0" t="0" r="r" b="b"/>
            <a:pathLst>
              <a:path w="2832" h="1271">
                <a:moveTo>
                  <a:pt x="0" y="0"/>
                </a:moveTo>
                <a:lnTo>
                  <a:pt x="2832" y="0"/>
                </a:lnTo>
                <a:lnTo>
                  <a:pt x="2832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695240" y="2476440"/>
            <a:ext cx="695880" cy="457560"/>
          </a:xfrm>
          <a:custGeom>
            <a:avLst/>
            <a:gdLst/>
            <a:ahLst/>
            <a:rect l="0" t="0" r="r" b="b"/>
            <a:pathLst>
              <a:path w="1933" h="1271">
                <a:moveTo>
                  <a:pt x="0" y="0"/>
                </a:moveTo>
                <a:lnTo>
                  <a:pt x="1933" y="0"/>
                </a:lnTo>
                <a:lnTo>
                  <a:pt x="1933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390760" y="2476440"/>
            <a:ext cx="4819680" cy="457560"/>
          </a:xfrm>
          <a:custGeom>
            <a:avLst/>
            <a:gdLst/>
            <a:ahLst/>
            <a:rect l="0" t="0" r="r" b="b"/>
            <a:pathLst>
              <a:path w="13388" h="1271">
                <a:moveTo>
                  <a:pt x="0" y="0"/>
                </a:moveTo>
                <a:lnTo>
                  <a:pt x="13388" y="0"/>
                </a:lnTo>
                <a:lnTo>
                  <a:pt x="1338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210080" y="2476440"/>
            <a:ext cx="4315320" cy="457560"/>
          </a:xfrm>
          <a:custGeom>
            <a:avLst/>
            <a:gdLst/>
            <a:ahLst/>
            <a:rect l="0" t="0" r="r" b="b"/>
            <a:pathLst>
              <a:path w="11987" h="1271">
                <a:moveTo>
                  <a:pt x="0" y="0"/>
                </a:moveTo>
                <a:lnTo>
                  <a:pt x="11987" y="0"/>
                </a:lnTo>
                <a:lnTo>
                  <a:pt x="1198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76080" y="3743280"/>
            <a:ext cx="1019520" cy="800280"/>
          </a:xfrm>
          <a:custGeom>
            <a:avLst/>
            <a:gdLst/>
            <a:ahLst/>
            <a:rect l="0" t="0" r="r" b="b"/>
            <a:pathLst>
              <a:path w="2832" h="2223">
                <a:moveTo>
                  <a:pt x="0" y="0"/>
                </a:moveTo>
                <a:lnTo>
                  <a:pt x="2832" y="0"/>
                </a:lnTo>
                <a:lnTo>
                  <a:pt x="2832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95240" y="3743280"/>
            <a:ext cx="695880" cy="800280"/>
          </a:xfrm>
          <a:custGeom>
            <a:avLst/>
            <a:gdLst/>
            <a:ahLst/>
            <a:rect l="0" t="0" r="r" b="b"/>
            <a:pathLst>
              <a:path w="1933" h="2223">
                <a:moveTo>
                  <a:pt x="0" y="0"/>
                </a:moveTo>
                <a:lnTo>
                  <a:pt x="1933" y="0"/>
                </a:lnTo>
                <a:lnTo>
                  <a:pt x="1933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390760" y="3743280"/>
            <a:ext cx="4819680" cy="800280"/>
          </a:xfrm>
          <a:custGeom>
            <a:avLst/>
            <a:gdLst/>
            <a:ahLst/>
            <a:rect l="0" t="0" r="r" b="b"/>
            <a:pathLst>
              <a:path w="13388" h="2223">
                <a:moveTo>
                  <a:pt x="0" y="0"/>
                </a:moveTo>
                <a:lnTo>
                  <a:pt x="13388" y="0"/>
                </a:lnTo>
                <a:lnTo>
                  <a:pt x="13388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210080" y="3743280"/>
            <a:ext cx="4315320" cy="800280"/>
          </a:xfrm>
          <a:custGeom>
            <a:avLst/>
            <a:gdLst/>
            <a:ahLst/>
            <a:rect l="0" t="0" r="r" b="b"/>
            <a:pathLst>
              <a:path w="11987" h="2223">
                <a:moveTo>
                  <a:pt x="0" y="0"/>
                </a:moveTo>
                <a:lnTo>
                  <a:pt x="11987" y="0"/>
                </a:lnTo>
                <a:lnTo>
                  <a:pt x="11987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76080" y="5352840"/>
            <a:ext cx="1019520" cy="810000"/>
          </a:xfrm>
          <a:custGeom>
            <a:avLst/>
            <a:gdLst/>
            <a:ahLst/>
            <a:rect l="0" t="0" r="r" b="b"/>
            <a:pathLst>
              <a:path w="2832" h="2250">
                <a:moveTo>
                  <a:pt x="0" y="0"/>
                </a:moveTo>
                <a:lnTo>
                  <a:pt x="2832" y="0"/>
                </a:lnTo>
                <a:lnTo>
                  <a:pt x="2832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695240" y="5352840"/>
            <a:ext cx="695880" cy="810000"/>
          </a:xfrm>
          <a:custGeom>
            <a:avLst/>
            <a:gdLst/>
            <a:ahLst/>
            <a:rect l="0" t="0" r="r" b="b"/>
            <a:pathLst>
              <a:path w="1933" h="2250">
                <a:moveTo>
                  <a:pt x="0" y="0"/>
                </a:moveTo>
                <a:lnTo>
                  <a:pt x="1933" y="0"/>
                </a:lnTo>
                <a:lnTo>
                  <a:pt x="1933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2390760" y="5352840"/>
            <a:ext cx="4819680" cy="810000"/>
          </a:xfrm>
          <a:custGeom>
            <a:avLst/>
            <a:gdLst/>
            <a:ahLst/>
            <a:rect l="0" t="0" r="r" b="b"/>
            <a:pathLst>
              <a:path w="13388" h="2250">
                <a:moveTo>
                  <a:pt x="0" y="0"/>
                </a:moveTo>
                <a:lnTo>
                  <a:pt x="13388" y="0"/>
                </a:lnTo>
                <a:lnTo>
                  <a:pt x="1338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210080" y="5352840"/>
            <a:ext cx="4315320" cy="810000"/>
          </a:xfrm>
          <a:custGeom>
            <a:avLst/>
            <a:gdLst/>
            <a:ahLst/>
            <a:rect l="0" t="0" r="r" b="b"/>
            <a:pathLst>
              <a:path w="11987" h="2250">
                <a:moveTo>
                  <a:pt x="0" y="0"/>
                </a:moveTo>
                <a:lnTo>
                  <a:pt x="11987" y="0"/>
                </a:lnTo>
                <a:lnTo>
                  <a:pt x="1198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66720" y="16668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66720" y="166680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695240" y="166680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704960" y="1666800"/>
            <a:ext cx="686160" cy="9720"/>
          </a:xfrm>
          <a:custGeom>
            <a:avLst/>
            <a:gdLst/>
            <a:ahLst/>
            <a:rect l="0" t="0" r="r" b="b"/>
            <a:pathLst>
              <a:path w="1906" h="27">
                <a:moveTo>
                  <a:pt x="0" y="0"/>
                </a:moveTo>
                <a:lnTo>
                  <a:pt x="1906" y="0"/>
                </a:lnTo>
                <a:lnTo>
                  <a:pt x="19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381040" y="166680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390760" y="1666800"/>
            <a:ext cx="4819680" cy="9720"/>
          </a:xfrm>
          <a:custGeom>
            <a:avLst/>
            <a:gdLst/>
            <a:ahLst/>
            <a:rect l="0" t="0" r="r" b="b"/>
            <a:pathLst>
              <a:path w="13388" h="27">
                <a:moveTo>
                  <a:pt x="0" y="0"/>
                </a:moveTo>
                <a:lnTo>
                  <a:pt x="13388" y="0"/>
                </a:lnTo>
                <a:lnTo>
                  <a:pt x="13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7200720" y="16668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210080" y="1666800"/>
            <a:ext cx="4315320" cy="9720"/>
          </a:xfrm>
          <a:custGeom>
            <a:avLst/>
            <a:gdLst/>
            <a:ahLst/>
            <a:rect l="0" t="0" r="r" b="b"/>
            <a:pathLst>
              <a:path w="11987" h="27">
                <a:moveTo>
                  <a:pt x="0" y="0"/>
                </a:moveTo>
                <a:lnTo>
                  <a:pt x="11987" y="0"/>
                </a:lnTo>
                <a:lnTo>
                  <a:pt x="119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1515680" y="166680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66720" y="246672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704960" y="246672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390760" y="2466720"/>
            <a:ext cx="4819680" cy="10080"/>
          </a:xfrm>
          <a:custGeom>
            <a:avLst/>
            <a:gdLst/>
            <a:ahLst/>
            <a:rect l="0" t="0" r="r" b="b"/>
            <a:pathLst>
              <a:path w="13388" h="28">
                <a:moveTo>
                  <a:pt x="0" y="0"/>
                </a:moveTo>
                <a:lnTo>
                  <a:pt x="13388" y="0"/>
                </a:lnTo>
                <a:lnTo>
                  <a:pt x="13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7210080" y="2466720"/>
            <a:ext cx="4315320" cy="10080"/>
          </a:xfrm>
          <a:custGeom>
            <a:avLst/>
            <a:gdLst/>
            <a:ahLst/>
            <a:rect l="0" t="0" r="r" b="b"/>
            <a:pathLst>
              <a:path w="11987" h="28">
                <a:moveTo>
                  <a:pt x="0" y="0"/>
                </a:moveTo>
                <a:lnTo>
                  <a:pt x="11987" y="0"/>
                </a:lnTo>
                <a:lnTo>
                  <a:pt x="119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66720" y="24764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695240" y="24764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381040" y="2476440"/>
            <a:ext cx="10080" cy="466920"/>
          </a:xfrm>
          <a:custGeom>
            <a:avLst/>
            <a:gdLst/>
            <a:ahLst/>
            <a:rect l="0" t="0" r="r" b="b"/>
            <a:pathLst>
              <a:path w="28" h="1297">
                <a:moveTo>
                  <a:pt x="0" y="0"/>
                </a:moveTo>
                <a:lnTo>
                  <a:pt x="28" y="0"/>
                </a:lnTo>
                <a:lnTo>
                  <a:pt x="28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7200720" y="24764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1515680" y="2476440"/>
            <a:ext cx="9720" cy="466920"/>
          </a:xfrm>
          <a:custGeom>
            <a:avLst/>
            <a:gdLst/>
            <a:ahLst/>
            <a:rect l="0" t="0" r="r" b="b"/>
            <a:pathLst>
              <a:path w="27" h="1297">
                <a:moveTo>
                  <a:pt x="0" y="0"/>
                </a:moveTo>
                <a:lnTo>
                  <a:pt x="27" y="0"/>
                </a:lnTo>
                <a:lnTo>
                  <a:pt x="2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666720" y="2943000"/>
            <a:ext cx="9720" cy="800640"/>
          </a:xfrm>
          <a:custGeom>
            <a:avLst/>
            <a:gdLst/>
            <a:ahLst/>
            <a:rect l="0" t="0" r="r" b="b"/>
            <a:pathLst>
              <a:path w="27" h="2224">
                <a:moveTo>
                  <a:pt x="0" y="0"/>
                </a:moveTo>
                <a:lnTo>
                  <a:pt x="27" y="0"/>
                </a:lnTo>
                <a:lnTo>
                  <a:pt x="27" y="2224"/>
                </a:lnTo>
                <a:lnTo>
                  <a:pt x="0" y="222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66720" y="293364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695240" y="2943000"/>
            <a:ext cx="10080" cy="800640"/>
          </a:xfrm>
          <a:custGeom>
            <a:avLst/>
            <a:gdLst/>
            <a:ahLst/>
            <a:rect l="0" t="0" r="r" b="b"/>
            <a:pathLst>
              <a:path w="28" h="2224">
                <a:moveTo>
                  <a:pt x="0" y="0"/>
                </a:moveTo>
                <a:lnTo>
                  <a:pt x="28" y="0"/>
                </a:lnTo>
                <a:lnTo>
                  <a:pt x="28" y="2224"/>
                </a:lnTo>
                <a:lnTo>
                  <a:pt x="0" y="222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704960" y="2933640"/>
            <a:ext cx="686160" cy="9720"/>
          </a:xfrm>
          <a:custGeom>
            <a:avLst/>
            <a:gdLst/>
            <a:ahLst/>
            <a:rect l="0" t="0" r="r" b="b"/>
            <a:pathLst>
              <a:path w="1906" h="27">
                <a:moveTo>
                  <a:pt x="0" y="0"/>
                </a:moveTo>
                <a:lnTo>
                  <a:pt x="1906" y="0"/>
                </a:lnTo>
                <a:lnTo>
                  <a:pt x="19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381040" y="2943000"/>
            <a:ext cx="10080" cy="800640"/>
          </a:xfrm>
          <a:custGeom>
            <a:avLst/>
            <a:gdLst/>
            <a:ahLst/>
            <a:rect l="0" t="0" r="r" b="b"/>
            <a:pathLst>
              <a:path w="28" h="2224">
                <a:moveTo>
                  <a:pt x="0" y="0"/>
                </a:moveTo>
                <a:lnTo>
                  <a:pt x="28" y="0"/>
                </a:lnTo>
                <a:lnTo>
                  <a:pt x="28" y="2224"/>
                </a:lnTo>
                <a:lnTo>
                  <a:pt x="0" y="222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2390760" y="2933640"/>
            <a:ext cx="4819680" cy="9720"/>
          </a:xfrm>
          <a:custGeom>
            <a:avLst/>
            <a:gdLst/>
            <a:ahLst/>
            <a:rect l="0" t="0" r="r" b="b"/>
            <a:pathLst>
              <a:path w="13388" h="27">
                <a:moveTo>
                  <a:pt x="0" y="0"/>
                </a:moveTo>
                <a:lnTo>
                  <a:pt x="13388" y="0"/>
                </a:lnTo>
                <a:lnTo>
                  <a:pt x="13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7200720" y="2943000"/>
            <a:ext cx="9720" cy="800640"/>
          </a:xfrm>
          <a:custGeom>
            <a:avLst/>
            <a:gdLst/>
            <a:ahLst/>
            <a:rect l="0" t="0" r="r" b="b"/>
            <a:pathLst>
              <a:path w="27" h="2224">
                <a:moveTo>
                  <a:pt x="0" y="0"/>
                </a:moveTo>
                <a:lnTo>
                  <a:pt x="27" y="0"/>
                </a:lnTo>
                <a:lnTo>
                  <a:pt x="27" y="2224"/>
                </a:lnTo>
                <a:lnTo>
                  <a:pt x="0" y="222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7210080" y="2933640"/>
            <a:ext cx="4315320" cy="9720"/>
          </a:xfrm>
          <a:custGeom>
            <a:avLst/>
            <a:gdLst/>
            <a:ahLst/>
            <a:rect l="0" t="0" r="r" b="b"/>
            <a:pathLst>
              <a:path w="11987" h="27">
                <a:moveTo>
                  <a:pt x="0" y="0"/>
                </a:moveTo>
                <a:lnTo>
                  <a:pt x="11987" y="0"/>
                </a:lnTo>
                <a:lnTo>
                  <a:pt x="119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1515680" y="2943000"/>
            <a:ext cx="9720" cy="800640"/>
          </a:xfrm>
          <a:custGeom>
            <a:avLst/>
            <a:gdLst/>
            <a:ahLst/>
            <a:rect l="0" t="0" r="r" b="b"/>
            <a:pathLst>
              <a:path w="27" h="2224">
                <a:moveTo>
                  <a:pt x="0" y="0"/>
                </a:moveTo>
                <a:lnTo>
                  <a:pt x="27" y="0"/>
                </a:lnTo>
                <a:lnTo>
                  <a:pt x="27" y="2224"/>
                </a:lnTo>
                <a:lnTo>
                  <a:pt x="0" y="222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66720" y="374328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66720" y="373356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695240" y="374328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704960" y="373356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381040" y="374328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390760" y="3733560"/>
            <a:ext cx="4819680" cy="10080"/>
          </a:xfrm>
          <a:custGeom>
            <a:avLst/>
            <a:gdLst/>
            <a:ahLst/>
            <a:rect l="0" t="0" r="r" b="b"/>
            <a:pathLst>
              <a:path w="13388" h="28">
                <a:moveTo>
                  <a:pt x="0" y="0"/>
                </a:moveTo>
                <a:lnTo>
                  <a:pt x="13388" y="0"/>
                </a:lnTo>
                <a:lnTo>
                  <a:pt x="13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200720" y="374328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210080" y="3733560"/>
            <a:ext cx="4315320" cy="10080"/>
          </a:xfrm>
          <a:custGeom>
            <a:avLst/>
            <a:gdLst/>
            <a:ahLst/>
            <a:rect l="0" t="0" r="r" b="b"/>
            <a:pathLst>
              <a:path w="11987" h="28">
                <a:moveTo>
                  <a:pt x="0" y="0"/>
                </a:moveTo>
                <a:lnTo>
                  <a:pt x="11987" y="0"/>
                </a:lnTo>
                <a:lnTo>
                  <a:pt x="119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1515680" y="374328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66720" y="455292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66720" y="454320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695240" y="455292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704960" y="454320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381040" y="455292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28" y="0"/>
                </a:lnTo>
                <a:lnTo>
                  <a:pt x="28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2390760" y="4543200"/>
            <a:ext cx="4819680" cy="10080"/>
          </a:xfrm>
          <a:custGeom>
            <a:avLst/>
            <a:gdLst/>
            <a:ahLst/>
            <a:rect l="0" t="0" r="r" b="b"/>
            <a:pathLst>
              <a:path w="13388" h="28">
                <a:moveTo>
                  <a:pt x="0" y="0"/>
                </a:moveTo>
                <a:lnTo>
                  <a:pt x="13388" y="0"/>
                </a:lnTo>
                <a:lnTo>
                  <a:pt x="13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7200720" y="455292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210080" y="4543200"/>
            <a:ext cx="4315320" cy="10080"/>
          </a:xfrm>
          <a:custGeom>
            <a:avLst/>
            <a:gdLst/>
            <a:ahLst/>
            <a:rect l="0" t="0" r="r" b="b"/>
            <a:pathLst>
              <a:path w="11987" h="28">
                <a:moveTo>
                  <a:pt x="0" y="0"/>
                </a:moveTo>
                <a:lnTo>
                  <a:pt x="11987" y="0"/>
                </a:lnTo>
                <a:lnTo>
                  <a:pt x="119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1515680" y="4552920"/>
            <a:ext cx="9720" cy="810000"/>
          </a:xfrm>
          <a:custGeom>
            <a:avLst/>
            <a:gdLst/>
            <a:ahLst/>
            <a:rect l="0" t="0" r="r" b="b"/>
            <a:pathLst>
              <a:path w="27" h="2250">
                <a:moveTo>
                  <a:pt x="0" y="0"/>
                </a:moveTo>
                <a:lnTo>
                  <a:pt x="27" y="0"/>
                </a:lnTo>
                <a:lnTo>
                  <a:pt x="2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66720" y="5362560"/>
            <a:ext cx="9720" cy="800280"/>
          </a:xfrm>
          <a:custGeom>
            <a:avLst/>
            <a:gdLst/>
            <a:ahLst/>
            <a:rect l="0" t="0" r="r" b="b"/>
            <a:pathLst>
              <a:path w="27" h="2223">
                <a:moveTo>
                  <a:pt x="0" y="0"/>
                </a:moveTo>
                <a:lnTo>
                  <a:pt x="27" y="0"/>
                </a:lnTo>
                <a:lnTo>
                  <a:pt x="27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66720" y="5352840"/>
            <a:ext cx="1038600" cy="10080"/>
          </a:xfrm>
          <a:custGeom>
            <a:avLst/>
            <a:gdLst/>
            <a:ahLst/>
            <a:rect l="0" t="0" r="r" b="b"/>
            <a:pathLst>
              <a:path w="2885" h="28">
                <a:moveTo>
                  <a:pt x="0" y="0"/>
                </a:moveTo>
                <a:lnTo>
                  <a:pt x="2885" y="0"/>
                </a:lnTo>
                <a:lnTo>
                  <a:pt x="28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1695240" y="5362560"/>
            <a:ext cx="10080" cy="800280"/>
          </a:xfrm>
          <a:custGeom>
            <a:avLst/>
            <a:gdLst/>
            <a:ahLst/>
            <a:rect l="0" t="0" r="r" b="b"/>
            <a:pathLst>
              <a:path w="28" h="2223">
                <a:moveTo>
                  <a:pt x="0" y="0"/>
                </a:moveTo>
                <a:lnTo>
                  <a:pt x="28" y="0"/>
                </a:lnTo>
                <a:lnTo>
                  <a:pt x="28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704960" y="535284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381040" y="5362560"/>
            <a:ext cx="10080" cy="800280"/>
          </a:xfrm>
          <a:custGeom>
            <a:avLst/>
            <a:gdLst/>
            <a:ahLst/>
            <a:rect l="0" t="0" r="r" b="b"/>
            <a:pathLst>
              <a:path w="28" h="2223">
                <a:moveTo>
                  <a:pt x="0" y="0"/>
                </a:moveTo>
                <a:lnTo>
                  <a:pt x="28" y="0"/>
                </a:lnTo>
                <a:lnTo>
                  <a:pt x="28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390760" y="5352840"/>
            <a:ext cx="4819680" cy="10080"/>
          </a:xfrm>
          <a:custGeom>
            <a:avLst/>
            <a:gdLst/>
            <a:ahLst/>
            <a:rect l="0" t="0" r="r" b="b"/>
            <a:pathLst>
              <a:path w="13388" h="28">
                <a:moveTo>
                  <a:pt x="0" y="0"/>
                </a:moveTo>
                <a:lnTo>
                  <a:pt x="13388" y="0"/>
                </a:lnTo>
                <a:lnTo>
                  <a:pt x="13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200720" y="5362560"/>
            <a:ext cx="9720" cy="800280"/>
          </a:xfrm>
          <a:custGeom>
            <a:avLst/>
            <a:gdLst/>
            <a:ahLst/>
            <a:rect l="0" t="0" r="r" b="b"/>
            <a:pathLst>
              <a:path w="27" h="2223">
                <a:moveTo>
                  <a:pt x="0" y="0"/>
                </a:moveTo>
                <a:lnTo>
                  <a:pt x="27" y="0"/>
                </a:lnTo>
                <a:lnTo>
                  <a:pt x="27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210080" y="5352840"/>
            <a:ext cx="4315320" cy="10080"/>
          </a:xfrm>
          <a:custGeom>
            <a:avLst/>
            <a:gdLst/>
            <a:ahLst/>
            <a:rect l="0" t="0" r="r" b="b"/>
            <a:pathLst>
              <a:path w="11987" h="28">
                <a:moveTo>
                  <a:pt x="0" y="0"/>
                </a:moveTo>
                <a:lnTo>
                  <a:pt x="11987" y="0"/>
                </a:lnTo>
                <a:lnTo>
                  <a:pt x="119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515680" y="5362560"/>
            <a:ext cx="9720" cy="800280"/>
          </a:xfrm>
          <a:custGeom>
            <a:avLst/>
            <a:gdLst/>
            <a:ahLst/>
            <a:rect l="0" t="0" r="r" b="b"/>
            <a:pathLst>
              <a:path w="27" h="2223">
                <a:moveTo>
                  <a:pt x="0" y="0"/>
                </a:moveTo>
                <a:lnTo>
                  <a:pt x="27" y="0"/>
                </a:lnTo>
                <a:lnTo>
                  <a:pt x="27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66720" y="616248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66720" y="615312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695240" y="616248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704960" y="6153120"/>
            <a:ext cx="686160" cy="9720"/>
          </a:xfrm>
          <a:custGeom>
            <a:avLst/>
            <a:gdLst/>
            <a:ahLst/>
            <a:rect l="0" t="0" r="r" b="b"/>
            <a:pathLst>
              <a:path w="1906" h="27">
                <a:moveTo>
                  <a:pt x="0" y="0"/>
                </a:moveTo>
                <a:lnTo>
                  <a:pt x="1906" y="0"/>
                </a:lnTo>
                <a:lnTo>
                  <a:pt x="19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381040" y="6162480"/>
            <a:ext cx="10080" cy="457560"/>
          </a:xfrm>
          <a:custGeom>
            <a:avLst/>
            <a:gdLst/>
            <a:ahLst/>
            <a:rect l="0" t="0" r="r" b="b"/>
            <a:pathLst>
              <a:path w="28" h="1271">
                <a:moveTo>
                  <a:pt x="0" y="0"/>
                </a:moveTo>
                <a:lnTo>
                  <a:pt x="28" y="0"/>
                </a:lnTo>
                <a:lnTo>
                  <a:pt x="28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390760" y="6153120"/>
            <a:ext cx="4819680" cy="9720"/>
          </a:xfrm>
          <a:custGeom>
            <a:avLst/>
            <a:gdLst/>
            <a:ahLst/>
            <a:rect l="0" t="0" r="r" b="b"/>
            <a:pathLst>
              <a:path w="13388" h="27">
                <a:moveTo>
                  <a:pt x="0" y="0"/>
                </a:moveTo>
                <a:lnTo>
                  <a:pt x="13388" y="0"/>
                </a:lnTo>
                <a:lnTo>
                  <a:pt x="13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7200720" y="616248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7210080" y="6153120"/>
            <a:ext cx="4315320" cy="9720"/>
          </a:xfrm>
          <a:custGeom>
            <a:avLst/>
            <a:gdLst/>
            <a:ahLst/>
            <a:rect l="0" t="0" r="r" b="b"/>
            <a:pathLst>
              <a:path w="11987" h="27">
                <a:moveTo>
                  <a:pt x="0" y="0"/>
                </a:moveTo>
                <a:lnTo>
                  <a:pt x="11987" y="0"/>
                </a:lnTo>
                <a:lnTo>
                  <a:pt x="119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1515680" y="6162480"/>
            <a:ext cx="9720" cy="457560"/>
          </a:xfrm>
          <a:custGeom>
            <a:avLst/>
            <a:gdLst/>
            <a:ahLst/>
            <a:rect l="0" t="0" r="r" b="b"/>
            <a:pathLst>
              <a:path w="27" h="1271">
                <a:moveTo>
                  <a:pt x="0" y="0"/>
                </a:moveTo>
                <a:lnTo>
                  <a:pt x="27" y="0"/>
                </a:lnTo>
                <a:lnTo>
                  <a:pt x="2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66720" y="6610320"/>
            <a:ext cx="1038600" cy="9720"/>
          </a:xfrm>
          <a:custGeom>
            <a:avLst/>
            <a:gdLst/>
            <a:ahLst/>
            <a:rect l="0" t="0" r="r" b="b"/>
            <a:pathLst>
              <a:path w="2885" h="27">
                <a:moveTo>
                  <a:pt x="0" y="0"/>
                </a:moveTo>
                <a:lnTo>
                  <a:pt x="2885" y="0"/>
                </a:lnTo>
                <a:lnTo>
                  <a:pt x="28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704960" y="6610320"/>
            <a:ext cx="686160" cy="9720"/>
          </a:xfrm>
          <a:custGeom>
            <a:avLst/>
            <a:gdLst/>
            <a:ahLst/>
            <a:rect l="0" t="0" r="r" b="b"/>
            <a:pathLst>
              <a:path w="1906" h="27">
                <a:moveTo>
                  <a:pt x="0" y="0"/>
                </a:moveTo>
                <a:lnTo>
                  <a:pt x="1906" y="0"/>
                </a:lnTo>
                <a:lnTo>
                  <a:pt x="19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390760" y="6610320"/>
            <a:ext cx="4819680" cy="9720"/>
          </a:xfrm>
          <a:custGeom>
            <a:avLst/>
            <a:gdLst/>
            <a:ahLst/>
            <a:rect l="0" t="0" r="r" b="b"/>
            <a:pathLst>
              <a:path w="13388" h="27">
                <a:moveTo>
                  <a:pt x="0" y="0"/>
                </a:moveTo>
                <a:lnTo>
                  <a:pt x="13388" y="0"/>
                </a:lnTo>
                <a:lnTo>
                  <a:pt x="13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210080" y="6610320"/>
            <a:ext cx="4315320" cy="9720"/>
          </a:xfrm>
          <a:custGeom>
            <a:avLst/>
            <a:gdLst/>
            <a:ahLst/>
            <a:rect l="0" t="0" r="r" b="b"/>
            <a:pathLst>
              <a:path w="11987" h="27">
                <a:moveTo>
                  <a:pt x="0" y="0"/>
                </a:moveTo>
                <a:lnTo>
                  <a:pt x="11987" y="0"/>
                </a:lnTo>
                <a:lnTo>
                  <a:pt x="119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66720" y="618480"/>
            <a:ext cx="38412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タイムテーブル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914400" y="1870560"/>
            <a:ext cx="5158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02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時刻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908000" y="1699200"/>
            <a:ext cx="2581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02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908000" y="2051640"/>
            <a:ext cx="2581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02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間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125600" y="1870560"/>
            <a:ext cx="12884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02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691120" y="1870560"/>
            <a:ext cx="12884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02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スピーカー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79040" y="2508840"/>
            <a:ext cx="751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803240" y="2508840"/>
            <a:ext cx="21279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 オープニング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314480" y="2508840"/>
            <a:ext cx="11185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79040" y="3137400"/>
            <a:ext cx="751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14:05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803240" y="2966040"/>
            <a:ext cx="3207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40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803240" y="3308760"/>
            <a:ext cx="2581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496960" y="2966040"/>
            <a:ext cx="3864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ファイルサーバー運⽤の新時代︕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496960" y="3308760"/>
            <a:ext cx="38077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Files</a:t>
            </a:r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と</a:t>
            </a:r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Arc</a:t>
            </a:r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拡張の最前線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314480" y="2966040"/>
            <a:ext cx="36939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昌彦（⽇本ビジネスシステ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314480" y="3308760"/>
            <a:ext cx="29829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ムズ </a:t>
            </a:r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Microsoft MVP</a:t>
            </a:r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79040" y="3947040"/>
            <a:ext cx="751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14:45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803240" y="3775680"/>
            <a:ext cx="3207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803240" y="4118400"/>
            <a:ext cx="2581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496960" y="3947040"/>
            <a:ext cx="5587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314480" y="3947040"/>
            <a:ext cx="33490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匿名で何でも質問できます︕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79040" y="4756680"/>
            <a:ext cx="751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14:55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803240" y="4575600"/>
            <a:ext cx="3207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803240" y="4928040"/>
            <a:ext cx="2581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2496960" y="4575600"/>
            <a:ext cx="33436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"Adaptive Cloud"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496960" y="4928040"/>
            <a:ext cx="10256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Updates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314480" y="4575600"/>
            <a:ext cx="35240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⾼添 修 ⽒（⽇本マイクロソフ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314480" y="4928040"/>
            <a:ext cx="5158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ト）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79040" y="5556600"/>
            <a:ext cx="751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15:15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803240" y="5385240"/>
            <a:ext cx="3207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803240" y="5728320"/>
            <a:ext cx="2581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496960" y="5556600"/>
            <a:ext cx="5587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314480" y="5556600"/>
            <a:ext cx="25761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何でも質問できます︕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79040" y="6194880"/>
            <a:ext cx="751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15:25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803240" y="6194880"/>
            <a:ext cx="21279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 クロージング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7314480" y="6194880"/>
            <a:ext cx="11185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0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10239480" y="2752560"/>
            <a:ext cx="1466640" cy="13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 txBox="1"/>
          <p:nvPr/>
        </p:nvSpPr>
        <p:spPr>
          <a:xfrm>
            <a:off x="666720" y="618480"/>
            <a:ext cx="31143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とは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752400" y="278100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8"/>
                </a:cubicBezTo>
                <a:cubicBezTo>
                  <a:pt x="278" y="55"/>
                  <a:pt x="285" y="63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66720" y="1605600"/>
            <a:ext cx="624168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ハイブリッドクラウド研究会</a:t>
            </a:r>
            <a:endParaRPr b="0" lang="en-US" sz="37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752400" y="33145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6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047600" y="2607480"/>
            <a:ext cx="4697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毎⽉第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⾦曜⽇ 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時から開催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047600" y="3141000"/>
            <a:ext cx="7689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+ 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ハイブリッドクラウド関連の最新情報をお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52400" y="42955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6"/>
                  <a:pt x="278" y="264"/>
                  <a:pt x="271" y="271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1"/>
                </a:cubicBezTo>
                <a:cubicBezTo>
                  <a:pt x="39" y="264"/>
                  <a:pt x="32" y="256"/>
                  <a:pt x="26" y="247"/>
                </a:cubicBezTo>
                <a:cubicBezTo>
                  <a:pt x="21" y="238"/>
                  <a:pt x="16" y="229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47600" y="3588480"/>
            <a:ext cx="653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届け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714240" y="5038560"/>
            <a:ext cx="324000" cy="257400"/>
          </a:xfrm>
          <a:custGeom>
            <a:avLst/>
            <a:gdLst/>
            <a:ahLst/>
            <a:rect l="0" t="0" r="r" b="b"/>
            <a:pathLst>
              <a:path w="900" h="715">
                <a:moveTo>
                  <a:pt x="900" y="608"/>
                </a:moveTo>
                <a:cubicBezTo>
                  <a:pt x="900" y="608"/>
                  <a:pt x="900" y="715"/>
                  <a:pt x="795" y="715"/>
                </a:cubicBezTo>
                <a:lnTo>
                  <a:pt x="106" y="715"/>
                </a:lnTo>
                <a:cubicBezTo>
                  <a:pt x="0" y="715"/>
                  <a:pt x="0" y="608"/>
                  <a:pt x="0" y="608"/>
                </a:cubicBezTo>
                <a:lnTo>
                  <a:pt x="0" y="106"/>
                </a:lnTo>
                <a:cubicBezTo>
                  <a:pt x="0" y="0"/>
                  <a:pt x="106" y="0"/>
                  <a:pt x="106" y="0"/>
                </a:cubicBezTo>
                <a:lnTo>
                  <a:pt x="795" y="0"/>
                </a:lnTo>
                <a:cubicBezTo>
                  <a:pt x="795" y="0"/>
                  <a:pt x="900" y="0"/>
                  <a:pt x="900" y="106"/>
                </a:cubicBezTo>
                <a:lnTo>
                  <a:pt x="900" y="608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803880" y="497088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290" y="251"/>
                </a:moveTo>
                <a:cubicBezTo>
                  <a:pt x="300" y="263"/>
                  <a:pt x="300" y="279"/>
                  <a:pt x="290" y="290"/>
                </a:cubicBezTo>
                <a:cubicBezTo>
                  <a:pt x="279" y="300"/>
                  <a:pt x="262" y="300"/>
                  <a:pt x="252" y="290"/>
                </a:cubicBezTo>
                <a:lnTo>
                  <a:pt x="8" y="45"/>
                </a:lnTo>
                <a:cubicBezTo>
                  <a:pt x="-2" y="35"/>
                  <a:pt x="-2" y="18"/>
                  <a:pt x="8" y="8"/>
                </a:cubicBezTo>
                <a:cubicBezTo>
                  <a:pt x="19" y="-2"/>
                  <a:pt x="36" y="-2"/>
                  <a:pt x="46" y="8"/>
                </a:cubicBezTo>
                <a:lnTo>
                  <a:pt x="290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842040" y="497088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8" y="251"/>
                </a:moveTo>
                <a:cubicBezTo>
                  <a:pt x="-2" y="263"/>
                  <a:pt x="-2" y="279"/>
                  <a:pt x="8" y="290"/>
                </a:cubicBezTo>
                <a:cubicBezTo>
                  <a:pt x="19" y="300"/>
                  <a:pt x="35" y="300"/>
                  <a:pt x="46" y="290"/>
                </a:cubicBezTo>
                <a:lnTo>
                  <a:pt x="290" y="45"/>
                </a:lnTo>
                <a:cubicBezTo>
                  <a:pt x="300" y="35"/>
                  <a:pt x="300" y="18"/>
                  <a:pt x="290" y="8"/>
                </a:cubicBezTo>
                <a:cubicBezTo>
                  <a:pt x="280" y="-2"/>
                  <a:pt x="263" y="-2"/>
                  <a:pt x="252" y="8"/>
                </a:cubicBezTo>
                <a:lnTo>
                  <a:pt x="8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752400" y="5067000"/>
            <a:ext cx="248040" cy="190800"/>
          </a:xfrm>
          <a:custGeom>
            <a:avLst/>
            <a:gdLst/>
            <a:ahLst/>
            <a:rect l="0" t="0" r="r" b="b"/>
            <a:pathLst>
              <a:path w="689" h="530">
                <a:moveTo>
                  <a:pt x="345" y="0"/>
                </a:moveTo>
                <a:cubicBezTo>
                  <a:pt x="556" y="0"/>
                  <a:pt x="609" y="27"/>
                  <a:pt x="636" y="53"/>
                </a:cubicBezTo>
                <a:cubicBezTo>
                  <a:pt x="662" y="80"/>
                  <a:pt x="689" y="133"/>
                  <a:pt x="689" y="265"/>
                </a:cubicBezTo>
                <a:cubicBezTo>
                  <a:pt x="689" y="397"/>
                  <a:pt x="662" y="450"/>
                  <a:pt x="636" y="478"/>
                </a:cubicBezTo>
                <a:cubicBezTo>
                  <a:pt x="609" y="504"/>
                  <a:pt x="556" y="530"/>
                  <a:pt x="345" y="530"/>
                </a:cubicBezTo>
                <a:cubicBezTo>
                  <a:pt x="132" y="530"/>
                  <a:pt x="79" y="504"/>
                  <a:pt x="53" y="478"/>
                </a:cubicBezTo>
                <a:cubicBezTo>
                  <a:pt x="26" y="450"/>
                  <a:pt x="0" y="397"/>
                  <a:pt x="0" y="265"/>
                </a:cubicBezTo>
                <a:cubicBezTo>
                  <a:pt x="0" y="133"/>
                  <a:pt x="26" y="80"/>
                  <a:pt x="53" y="53"/>
                </a:cubicBezTo>
                <a:cubicBezTo>
                  <a:pt x="79" y="27"/>
                  <a:pt x="132" y="0"/>
                  <a:pt x="345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990360" y="5248080"/>
            <a:ext cx="29160" cy="28800"/>
          </a:xfrm>
          <a:custGeom>
            <a:avLst/>
            <a:gdLst/>
            <a:ahLst/>
            <a:rect l="0" t="0" r="r" b="b"/>
            <a:pathLst>
              <a:path w="81" h="80">
                <a:moveTo>
                  <a:pt x="81" y="40"/>
                </a:moveTo>
                <a:cubicBezTo>
                  <a:pt x="81" y="45"/>
                  <a:pt x="80" y="50"/>
                  <a:pt x="78" y="55"/>
                </a:cubicBezTo>
                <a:cubicBezTo>
                  <a:pt x="76" y="60"/>
                  <a:pt x="73" y="64"/>
                  <a:pt x="69" y="68"/>
                </a:cubicBezTo>
                <a:cubicBezTo>
                  <a:pt x="65" y="72"/>
                  <a:pt x="61" y="74"/>
                  <a:pt x="56" y="76"/>
                </a:cubicBezTo>
                <a:cubicBezTo>
                  <a:pt x="50" y="79"/>
                  <a:pt x="45" y="80"/>
                  <a:pt x="40" y="80"/>
                </a:cubicBezTo>
                <a:cubicBezTo>
                  <a:pt x="35" y="80"/>
                  <a:pt x="30" y="79"/>
                  <a:pt x="25" y="76"/>
                </a:cubicBezTo>
                <a:cubicBezTo>
                  <a:pt x="20" y="74"/>
                  <a:pt x="16" y="72"/>
                  <a:pt x="12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ubicBezTo>
                  <a:pt x="45" y="0"/>
                  <a:pt x="50" y="1"/>
                  <a:pt x="56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3" y="15"/>
                  <a:pt x="76" y="20"/>
                  <a:pt x="78" y="25"/>
                </a:cubicBezTo>
                <a:cubicBezTo>
                  <a:pt x="80" y="29"/>
                  <a:pt x="81" y="34"/>
                  <a:pt x="81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33320" y="5248080"/>
            <a:ext cx="28800" cy="28800"/>
          </a:xfrm>
          <a:custGeom>
            <a:avLst/>
            <a:gdLst/>
            <a:ahLst/>
            <a:rect l="0" t="0" r="r" b="b"/>
            <a:pathLst>
              <a:path w="80" h="80">
                <a:moveTo>
                  <a:pt x="80" y="40"/>
                </a:moveTo>
                <a:cubicBezTo>
                  <a:pt x="80" y="45"/>
                  <a:pt x="79" y="50"/>
                  <a:pt x="77" y="55"/>
                </a:cubicBezTo>
                <a:cubicBezTo>
                  <a:pt x="75" y="60"/>
                  <a:pt x="72" y="64"/>
                  <a:pt x="69" y="68"/>
                </a:cubicBezTo>
                <a:cubicBezTo>
                  <a:pt x="65" y="72"/>
                  <a:pt x="61" y="74"/>
                  <a:pt x="55" y="76"/>
                </a:cubicBezTo>
                <a:cubicBezTo>
                  <a:pt x="50" y="79"/>
                  <a:pt x="45" y="80"/>
                  <a:pt x="39" y="80"/>
                </a:cubicBezTo>
                <a:cubicBezTo>
                  <a:pt x="34" y="80"/>
                  <a:pt x="29" y="79"/>
                  <a:pt x="24" y="76"/>
                </a:cubicBezTo>
                <a:cubicBezTo>
                  <a:pt x="19" y="74"/>
                  <a:pt x="15" y="72"/>
                  <a:pt x="11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1" y="12"/>
                </a:cubicBezTo>
                <a:cubicBezTo>
                  <a:pt x="15" y="8"/>
                  <a:pt x="19" y="5"/>
                  <a:pt x="24" y="3"/>
                </a:cubicBezTo>
                <a:cubicBezTo>
                  <a:pt x="29" y="1"/>
                  <a:pt x="34" y="0"/>
                  <a:pt x="39" y="0"/>
                </a:cubicBezTo>
                <a:cubicBezTo>
                  <a:pt x="45" y="0"/>
                  <a:pt x="50" y="1"/>
                  <a:pt x="55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2" y="15"/>
                  <a:pt x="75" y="20"/>
                  <a:pt x="77" y="25"/>
                </a:cubicBezTo>
                <a:cubicBezTo>
                  <a:pt x="79" y="29"/>
                  <a:pt x="80" y="34"/>
                  <a:pt x="80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047600" y="4122000"/>
            <a:ext cx="7289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オンライン配信（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HCCJP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チャンネル）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66720" y="5752800"/>
            <a:ext cx="8255520" cy="29160"/>
          </a:xfrm>
          <a:custGeom>
            <a:avLst/>
            <a:gdLst/>
            <a:ahLst/>
            <a:rect l="0" t="0" r="r" b="b"/>
            <a:pathLst>
              <a:path w="22932" h="81">
                <a:moveTo>
                  <a:pt x="6760" y="81"/>
                </a:moveTo>
                <a:lnTo>
                  <a:pt x="1666" y="81"/>
                </a:lnTo>
                <a:lnTo>
                  <a:pt x="1666" y="0"/>
                </a:lnTo>
                <a:lnTo>
                  <a:pt x="6760" y="0"/>
                </a:lnTo>
                <a:lnTo>
                  <a:pt x="6760" y="81"/>
                </a:lnTo>
                <a:moveTo>
                  <a:pt x="7066" y="0"/>
                </a:moveTo>
                <a:lnTo>
                  <a:pt x="22932" y="0"/>
                </a:lnTo>
                <a:lnTo>
                  <a:pt x="22932" y="81"/>
                </a:lnTo>
                <a:lnTo>
                  <a:pt x="7066" y="81"/>
                </a:lnTo>
                <a:lnTo>
                  <a:pt x="7066" y="0"/>
                </a:lnTo>
                <a:moveTo>
                  <a:pt x="1393" y="81"/>
                </a:moveTo>
                <a:lnTo>
                  <a:pt x="0" y="81"/>
                </a:lnTo>
                <a:lnTo>
                  <a:pt x="0" y="0"/>
                </a:lnTo>
                <a:lnTo>
                  <a:pt x="1393" y="0"/>
                </a:lnTo>
                <a:lnTo>
                  <a:pt x="1393" y="81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60920" y="4903920"/>
            <a:ext cx="4801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チャンネル登録お願いします︕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66720" y="6210000"/>
            <a:ext cx="3348360" cy="29160"/>
          </a:xfrm>
          <a:custGeom>
            <a:avLst/>
            <a:gdLst/>
            <a:ahLst/>
            <a:rect l="0" t="0" r="r" b="b"/>
            <a:pathLst>
              <a:path w="9301" h="81">
                <a:moveTo>
                  <a:pt x="6558" y="81"/>
                </a:moveTo>
                <a:lnTo>
                  <a:pt x="361" y="81"/>
                </a:lnTo>
                <a:lnTo>
                  <a:pt x="361" y="0"/>
                </a:lnTo>
                <a:lnTo>
                  <a:pt x="6558" y="0"/>
                </a:lnTo>
                <a:lnTo>
                  <a:pt x="6558" y="81"/>
                </a:lnTo>
                <a:moveTo>
                  <a:pt x="7130" y="0"/>
                </a:moveTo>
                <a:lnTo>
                  <a:pt x="9301" y="0"/>
                </a:lnTo>
                <a:lnTo>
                  <a:pt x="9301" y="81"/>
                </a:lnTo>
                <a:lnTo>
                  <a:pt x="7130" y="81"/>
                </a:lnTo>
                <a:lnTo>
                  <a:pt x="7130" y="0"/>
                </a:lnTo>
                <a:moveTo>
                  <a:pt x="55" y="81"/>
                </a:moveTo>
                <a:lnTo>
                  <a:pt x="0" y="81"/>
                </a:lnTo>
                <a:lnTo>
                  <a:pt x="0" y="0"/>
                </a:lnTo>
                <a:lnTo>
                  <a:pt x="55" y="0"/>
                </a:lnTo>
                <a:lnTo>
                  <a:pt x="55" y="81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66720" y="5370480"/>
            <a:ext cx="77403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https://www.youtube.com/channel/UCrf4bEl7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66720" y="5827680"/>
            <a:ext cx="31917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yJnkGYo3F67gA7w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752400" y="18954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5"/>
                  <a:pt x="278" y="263"/>
                  <a:pt x="271" y="271"/>
                </a:cubicBezTo>
                <a:cubicBezTo>
                  <a:pt x="263" y="278"/>
                  <a:pt x="255" y="286"/>
                  <a:pt x="247" y="291"/>
                </a:cubicBezTo>
                <a:cubicBezTo>
                  <a:pt x="238" y="297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8"/>
                  <a:pt x="46" y="271"/>
                </a:cubicBezTo>
                <a:cubicBezTo>
                  <a:pt x="39" y="263"/>
                  <a:pt x="32" y="255"/>
                  <a:pt x="26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6"/>
                </a:cubicBezTo>
                <a:cubicBezTo>
                  <a:pt x="255" y="32"/>
                  <a:pt x="263" y="39"/>
                  <a:pt x="271" y="46"/>
                </a:cubicBezTo>
                <a:cubicBezTo>
                  <a:pt x="278" y="54"/>
                  <a:pt x="285" y="62"/>
                  <a:pt x="291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076040" y="1870560"/>
            <a:ext cx="278280" cy="216000"/>
          </a:xfrm>
          <a:custGeom>
            <a:avLst/>
            <a:gdLst/>
            <a:ahLst/>
            <a:rect l="0" t="0" r="r" b="b"/>
            <a:pathLst>
              <a:path w="773" h="600">
                <a:moveTo>
                  <a:pt x="747" y="175"/>
                </a:moveTo>
                <a:lnTo>
                  <a:pt x="412" y="175"/>
                </a:lnTo>
                <a:cubicBezTo>
                  <a:pt x="318" y="175"/>
                  <a:pt x="283" y="100"/>
                  <a:pt x="283" y="50"/>
                </a:cubicBezTo>
                <a:lnTo>
                  <a:pt x="283" y="0"/>
                </a:lnTo>
                <a:lnTo>
                  <a:pt x="180" y="0"/>
                </a:lnTo>
                <a:cubicBezTo>
                  <a:pt x="103" y="0"/>
                  <a:pt x="103" y="75"/>
                  <a:pt x="103" y="75"/>
                </a:cubicBezTo>
                <a:cubicBezTo>
                  <a:pt x="103" y="75"/>
                  <a:pt x="52" y="50"/>
                  <a:pt x="26" y="50"/>
                </a:cubicBezTo>
                <a:cubicBezTo>
                  <a:pt x="0" y="50"/>
                  <a:pt x="0" y="75"/>
                  <a:pt x="0" y="75"/>
                </a:cubicBezTo>
                <a:lnTo>
                  <a:pt x="0" y="324"/>
                </a:lnTo>
                <a:cubicBezTo>
                  <a:pt x="0" y="324"/>
                  <a:pt x="0" y="349"/>
                  <a:pt x="26" y="349"/>
                </a:cubicBezTo>
                <a:cubicBezTo>
                  <a:pt x="52" y="349"/>
                  <a:pt x="103" y="324"/>
                  <a:pt x="103" y="324"/>
                </a:cubicBezTo>
                <a:lnTo>
                  <a:pt x="103" y="500"/>
                </a:lnTo>
                <a:cubicBezTo>
                  <a:pt x="103" y="600"/>
                  <a:pt x="206" y="600"/>
                  <a:pt x="206" y="600"/>
                </a:cubicBezTo>
                <a:lnTo>
                  <a:pt x="670" y="600"/>
                </a:lnTo>
                <a:cubicBezTo>
                  <a:pt x="773" y="600"/>
                  <a:pt x="773" y="500"/>
                  <a:pt x="773" y="500"/>
                </a:cubicBezTo>
                <a:lnTo>
                  <a:pt x="773" y="172"/>
                </a:lnTo>
                <a:cubicBezTo>
                  <a:pt x="764" y="174"/>
                  <a:pt x="755" y="175"/>
                  <a:pt x="747" y="175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159560" y="1825560"/>
            <a:ext cx="250200" cy="261000"/>
          </a:xfrm>
          <a:custGeom>
            <a:avLst/>
            <a:gdLst/>
            <a:ahLst/>
            <a:rect l="0" t="0" r="r" b="b"/>
            <a:pathLst>
              <a:path w="695" h="725">
                <a:moveTo>
                  <a:pt x="670" y="0"/>
                </a:moveTo>
                <a:cubicBezTo>
                  <a:pt x="655" y="0"/>
                  <a:pt x="617" y="23"/>
                  <a:pt x="585" y="44"/>
                </a:cubicBezTo>
                <a:cubicBezTo>
                  <a:pt x="576" y="23"/>
                  <a:pt x="557" y="0"/>
                  <a:pt x="514" y="0"/>
                </a:cubicBezTo>
                <a:lnTo>
                  <a:pt x="231" y="0"/>
                </a:lnTo>
                <a:cubicBezTo>
                  <a:pt x="231" y="0"/>
                  <a:pt x="103" y="0"/>
                  <a:pt x="103" y="125"/>
                </a:cubicBezTo>
                <a:lnTo>
                  <a:pt x="103" y="175"/>
                </a:lnTo>
                <a:cubicBezTo>
                  <a:pt x="103" y="175"/>
                  <a:pt x="103" y="250"/>
                  <a:pt x="180" y="250"/>
                </a:cubicBezTo>
                <a:lnTo>
                  <a:pt x="514" y="250"/>
                </a:lnTo>
                <a:cubicBezTo>
                  <a:pt x="514" y="250"/>
                  <a:pt x="568" y="249"/>
                  <a:pt x="586" y="206"/>
                </a:cubicBezTo>
                <a:cubicBezTo>
                  <a:pt x="618" y="227"/>
                  <a:pt x="655" y="250"/>
                  <a:pt x="670" y="250"/>
                </a:cubicBezTo>
                <a:cubicBezTo>
                  <a:pt x="695" y="250"/>
                  <a:pt x="695" y="225"/>
                  <a:pt x="695" y="225"/>
                </a:cubicBezTo>
                <a:lnTo>
                  <a:pt x="695" y="25"/>
                </a:lnTo>
                <a:cubicBezTo>
                  <a:pt x="695" y="25"/>
                  <a:pt x="695" y="0"/>
                  <a:pt x="670" y="0"/>
                </a:cubicBezTo>
                <a:moveTo>
                  <a:pt x="0" y="725"/>
                </a:moveTo>
                <a:lnTo>
                  <a:pt x="0" y="500"/>
                </a:lnTo>
                <a:cubicBezTo>
                  <a:pt x="0" y="500"/>
                  <a:pt x="0" y="425"/>
                  <a:pt x="71" y="425"/>
                </a:cubicBezTo>
                <a:lnTo>
                  <a:pt x="334" y="425"/>
                </a:lnTo>
                <a:cubicBezTo>
                  <a:pt x="334" y="425"/>
                  <a:pt x="411" y="425"/>
                  <a:pt x="411" y="500"/>
                </a:cubicBezTo>
                <a:lnTo>
                  <a:pt x="411" y="725"/>
                </a:lnTo>
                <a:lnTo>
                  <a:pt x="360" y="725"/>
                </a:lnTo>
                <a:lnTo>
                  <a:pt x="360" y="500"/>
                </a:lnTo>
                <a:cubicBezTo>
                  <a:pt x="360" y="500"/>
                  <a:pt x="360" y="475"/>
                  <a:pt x="334" y="475"/>
                </a:cubicBezTo>
                <a:lnTo>
                  <a:pt x="77" y="475"/>
                </a:lnTo>
                <a:cubicBezTo>
                  <a:pt x="77" y="475"/>
                  <a:pt x="51" y="475"/>
                  <a:pt x="51" y="500"/>
                </a:cubicBezTo>
                <a:lnTo>
                  <a:pt x="51" y="725"/>
                </a:lnTo>
                <a:lnTo>
                  <a:pt x="0" y="725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66720" y="618480"/>
            <a:ext cx="38412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本⽇の注意事項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752400" y="242856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076040" y="2314080"/>
            <a:ext cx="333720" cy="315360"/>
          </a:xfrm>
          <a:custGeom>
            <a:avLst/>
            <a:gdLst/>
            <a:ahLst/>
            <a:rect l="0" t="0" r="r" b="b"/>
            <a:pathLst>
              <a:path w="927" h="876">
                <a:moveTo>
                  <a:pt x="464" y="0"/>
                </a:moveTo>
                <a:cubicBezTo>
                  <a:pt x="208" y="0"/>
                  <a:pt x="0" y="162"/>
                  <a:pt x="0" y="361"/>
                </a:cubicBezTo>
                <a:cubicBezTo>
                  <a:pt x="0" y="474"/>
                  <a:pt x="67" y="574"/>
                  <a:pt x="170" y="640"/>
                </a:cubicBezTo>
                <a:cubicBezTo>
                  <a:pt x="157" y="699"/>
                  <a:pt x="125" y="787"/>
                  <a:pt x="52" y="876"/>
                </a:cubicBezTo>
                <a:cubicBezTo>
                  <a:pt x="200" y="851"/>
                  <a:pt x="296" y="779"/>
                  <a:pt x="354" y="711"/>
                </a:cubicBezTo>
                <a:cubicBezTo>
                  <a:pt x="390" y="717"/>
                  <a:pt x="426" y="721"/>
                  <a:pt x="464" y="721"/>
                </a:cubicBezTo>
                <a:cubicBezTo>
                  <a:pt x="720" y="721"/>
                  <a:pt x="927" y="560"/>
                  <a:pt x="927" y="361"/>
                </a:cubicBezTo>
                <a:cubicBezTo>
                  <a:pt x="927" y="162"/>
                  <a:pt x="720" y="0"/>
                  <a:pt x="464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224360" y="242532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6" y="102"/>
                  <a:pt x="59" y="104"/>
                  <a:pt x="52" y="104"/>
                </a:cubicBezTo>
                <a:cubicBezTo>
                  <a:pt x="45" y="104"/>
                  <a:pt x="39" y="102"/>
                  <a:pt x="33" y="100"/>
                </a:cubicBezTo>
                <a:cubicBezTo>
                  <a:pt x="26" y="97"/>
                  <a:pt x="21" y="93"/>
                  <a:pt x="15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5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8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298520" y="242532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3" y="84"/>
                  <a:pt x="88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5" y="102"/>
                  <a:pt x="59" y="104"/>
                  <a:pt x="52" y="104"/>
                </a:cubicBezTo>
                <a:cubicBezTo>
                  <a:pt x="45" y="104"/>
                  <a:pt x="39" y="102"/>
                  <a:pt x="32" y="100"/>
                </a:cubicBezTo>
                <a:cubicBezTo>
                  <a:pt x="26" y="97"/>
                  <a:pt x="21" y="93"/>
                  <a:pt x="16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6" y="15"/>
                </a:cubicBezTo>
                <a:cubicBezTo>
                  <a:pt x="21" y="10"/>
                  <a:pt x="26" y="6"/>
                  <a:pt x="32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5" y="1"/>
                  <a:pt x="72" y="4"/>
                </a:cubicBezTo>
                <a:cubicBezTo>
                  <a:pt x="78" y="6"/>
                  <a:pt x="84" y="10"/>
                  <a:pt x="88" y="15"/>
                </a:cubicBezTo>
                <a:cubicBezTo>
                  <a:pt x="93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150200" y="242532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3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9" y="97"/>
                  <a:pt x="72" y="100"/>
                </a:cubicBezTo>
                <a:cubicBezTo>
                  <a:pt x="66" y="102"/>
                  <a:pt x="59" y="104"/>
                  <a:pt x="53" y="104"/>
                </a:cubicBezTo>
                <a:cubicBezTo>
                  <a:pt x="46" y="104"/>
                  <a:pt x="39" y="102"/>
                  <a:pt x="33" y="100"/>
                </a:cubicBezTo>
                <a:cubicBezTo>
                  <a:pt x="27" y="97"/>
                  <a:pt x="21" y="93"/>
                  <a:pt x="15" y="89"/>
                </a:cubicBezTo>
                <a:cubicBezTo>
                  <a:pt x="10" y="84"/>
                  <a:pt x="7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7" y="25"/>
                  <a:pt x="10" y="20"/>
                  <a:pt x="15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9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3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422000" y="1721520"/>
            <a:ext cx="696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配信は録画されています（アーカイブ視聴可）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52400" y="297144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3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3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cubicBezTo>
                  <a:pt x="169" y="0"/>
                  <a:pt x="179" y="2"/>
                  <a:pt x="189" y="4"/>
                </a:cubicBezTo>
                <a:cubicBezTo>
                  <a:pt x="200" y="6"/>
                  <a:pt x="210" y="9"/>
                  <a:pt x="219" y="13"/>
                </a:cubicBezTo>
                <a:cubicBezTo>
                  <a:pt x="229" y="17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80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085400" y="2847960"/>
            <a:ext cx="278280" cy="324000"/>
          </a:xfrm>
          <a:custGeom>
            <a:avLst/>
            <a:gdLst/>
            <a:ahLst/>
            <a:rect l="0" t="0" r="r" b="b"/>
            <a:pathLst>
              <a:path w="773" h="900">
                <a:moveTo>
                  <a:pt x="773" y="800"/>
                </a:moveTo>
                <a:cubicBezTo>
                  <a:pt x="773" y="855"/>
                  <a:pt x="727" y="900"/>
                  <a:pt x="670" y="900"/>
                </a:cubicBezTo>
                <a:lnTo>
                  <a:pt x="103" y="900"/>
                </a:lnTo>
                <a:cubicBezTo>
                  <a:pt x="46" y="900"/>
                  <a:pt x="0" y="855"/>
                  <a:pt x="0" y="800"/>
                </a:cubicBezTo>
                <a:lnTo>
                  <a:pt x="0" y="99"/>
                </a:lnTo>
                <a:cubicBezTo>
                  <a:pt x="0" y="44"/>
                  <a:pt x="46" y="0"/>
                  <a:pt x="103" y="0"/>
                </a:cubicBezTo>
                <a:lnTo>
                  <a:pt x="670" y="0"/>
                </a:lnTo>
                <a:cubicBezTo>
                  <a:pt x="727" y="0"/>
                  <a:pt x="773" y="44"/>
                  <a:pt x="773" y="99"/>
                </a:cubicBezTo>
                <a:lnTo>
                  <a:pt x="773" y="80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122480" y="2910600"/>
            <a:ext cx="204120" cy="198360"/>
          </a:xfrm>
          <a:custGeom>
            <a:avLst/>
            <a:gdLst/>
            <a:ahLst/>
            <a:rect l="0" t="0" r="r" b="b"/>
            <a:pathLst>
              <a:path w="567" h="551">
                <a:moveTo>
                  <a:pt x="567" y="426"/>
                </a:moveTo>
                <a:cubicBezTo>
                  <a:pt x="567" y="440"/>
                  <a:pt x="554" y="451"/>
                  <a:pt x="540" y="451"/>
                </a:cubicBezTo>
                <a:lnTo>
                  <a:pt x="26" y="451"/>
                </a:lnTo>
                <a:cubicBezTo>
                  <a:pt x="11" y="451"/>
                  <a:pt x="0" y="440"/>
                  <a:pt x="0" y="426"/>
                </a:cubicBezTo>
                <a:cubicBezTo>
                  <a:pt x="0" y="411"/>
                  <a:pt x="11" y="400"/>
                  <a:pt x="26" y="400"/>
                </a:cubicBezTo>
                <a:lnTo>
                  <a:pt x="540" y="400"/>
                </a:lnTo>
                <a:cubicBezTo>
                  <a:pt x="554" y="400"/>
                  <a:pt x="567" y="411"/>
                  <a:pt x="567" y="426"/>
                </a:cubicBezTo>
                <a:moveTo>
                  <a:pt x="154" y="526"/>
                </a:moveTo>
                <a:cubicBezTo>
                  <a:pt x="154" y="540"/>
                  <a:pt x="143" y="551"/>
                  <a:pt x="129" y="551"/>
                </a:cubicBezTo>
                <a:lnTo>
                  <a:pt x="26" y="551"/>
                </a:lnTo>
                <a:cubicBezTo>
                  <a:pt x="11" y="551"/>
                  <a:pt x="0" y="540"/>
                  <a:pt x="0" y="526"/>
                </a:cubicBezTo>
                <a:cubicBezTo>
                  <a:pt x="0" y="512"/>
                  <a:pt x="11" y="501"/>
                  <a:pt x="26" y="501"/>
                </a:cubicBezTo>
                <a:lnTo>
                  <a:pt x="129" y="501"/>
                </a:lnTo>
                <a:cubicBezTo>
                  <a:pt x="143" y="501"/>
                  <a:pt x="154" y="512"/>
                  <a:pt x="154" y="526"/>
                </a:cubicBezTo>
                <a:moveTo>
                  <a:pt x="567" y="25"/>
                </a:moveTo>
                <a:cubicBezTo>
                  <a:pt x="567" y="39"/>
                  <a:pt x="554" y="50"/>
                  <a:pt x="540" y="50"/>
                </a:cubicBezTo>
                <a:lnTo>
                  <a:pt x="26" y="50"/>
                </a:lnTo>
                <a:cubicBezTo>
                  <a:pt x="11" y="50"/>
                  <a:pt x="0" y="39"/>
                  <a:pt x="0" y="25"/>
                </a:cubicBezTo>
                <a:cubicBezTo>
                  <a:pt x="0" y="12"/>
                  <a:pt x="11" y="0"/>
                  <a:pt x="26" y="0"/>
                </a:cubicBezTo>
                <a:lnTo>
                  <a:pt x="540" y="0"/>
                </a:lnTo>
                <a:cubicBezTo>
                  <a:pt x="554" y="0"/>
                  <a:pt x="567" y="12"/>
                  <a:pt x="567" y="25"/>
                </a:cubicBezTo>
                <a:moveTo>
                  <a:pt x="567" y="125"/>
                </a:moveTo>
                <a:cubicBezTo>
                  <a:pt x="567" y="139"/>
                  <a:pt x="554" y="150"/>
                  <a:pt x="540" y="150"/>
                </a:cubicBezTo>
                <a:lnTo>
                  <a:pt x="26" y="150"/>
                </a:lnTo>
                <a:cubicBezTo>
                  <a:pt x="11" y="150"/>
                  <a:pt x="0" y="139"/>
                  <a:pt x="0" y="125"/>
                </a:cubicBezTo>
                <a:cubicBezTo>
                  <a:pt x="0" y="112"/>
                  <a:pt x="11" y="100"/>
                  <a:pt x="26" y="100"/>
                </a:cubicBezTo>
                <a:lnTo>
                  <a:pt x="540" y="100"/>
                </a:lnTo>
                <a:cubicBezTo>
                  <a:pt x="554" y="100"/>
                  <a:pt x="567" y="112"/>
                  <a:pt x="567" y="125"/>
                </a:cubicBezTo>
                <a:moveTo>
                  <a:pt x="567" y="225"/>
                </a:moveTo>
                <a:cubicBezTo>
                  <a:pt x="567" y="239"/>
                  <a:pt x="554" y="250"/>
                  <a:pt x="540" y="250"/>
                </a:cubicBezTo>
                <a:lnTo>
                  <a:pt x="26" y="250"/>
                </a:lnTo>
                <a:cubicBezTo>
                  <a:pt x="11" y="250"/>
                  <a:pt x="0" y="239"/>
                  <a:pt x="0" y="225"/>
                </a:cubicBezTo>
                <a:cubicBezTo>
                  <a:pt x="0" y="212"/>
                  <a:pt x="11" y="200"/>
                  <a:pt x="26" y="200"/>
                </a:cubicBezTo>
                <a:lnTo>
                  <a:pt x="540" y="200"/>
                </a:lnTo>
                <a:cubicBezTo>
                  <a:pt x="554" y="200"/>
                  <a:pt x="567" y="212"/>
                  <a:pt x="567" y="225"/>
                </a:cubicBezTo>
                <a:moveTo>
                  <a:pt x="567" y="325"/>
                </a:moveTo>
                <a:cubicBezTo>
                  <a:pt x="567" y="339"/>
                  <a:pt x="554" y="350"/>
                  <a:pt x="540" y="350"/>
                </a:cubicBezTo>
                <a:lnTo>
                  <a:pt x="26" y="350"/>
                </a:lnTo>
                <a:cubicBezTo>
                  <a:pt x="11" y="350"/>
                  <a:pt x="0" y="339"/>
                  <a:pt x="0" y="325"/>
                </a:cubicBezTo>
                <a:cubicBezTo>
                  <a:pt x="0" y="311"/>
                  <a:pt x="11" y="300"/>
                  <a:pt x="26" y="300"/>
                </a:cubicBezTo>
                <a:lnTo>
                  <a:pt x="540" y="300"/>
                </a:lnTo>
                <a:cubicBezTo>
                  <a:pt x="554" y="300"/>
                  <a:pt x="567" y="311"/>
                  <a:pt x="567" y="325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155240" y="2900520"/>
            <a:ext cx="208440" cy="208440"/>
          </a:xfrm>
          <a:custGeom>
            <a:avLst/>
            <a:gdLst/>
            <a:ahLst/>
            <a:rect l="0" t="0" r="r" b="b"/>
            <a:pathLst>
              <a:path w="579" h="579">
                <a:moveTo>
                  <a:pt x="579" y="10"/>
                </a:moveTo>
                <a:cubicBezTo>
                  <a:pt x="557" y="-3"/>
                  <a:pt x="530" y="-4"/>
                  <a:pt x="513" y="10"/>
                </a:cubicBezTo>
                <a:lnTo>
                  <a:pt x="492" y="26"/>
                </a:lnTo>
                <a:lnTo>
                  <a:pt x="454" y="56"/>
                </a:lnTo>
                <a:lnTo>
                  <a:pt x="452" y="58"/>
                </a:lnTo>
                <a:lnTo>
                  <a:pt x="391" y="107"/>
                </a:lnTo>
                <a:lnTo>
                  <a:pt x="85" y="350"/>
                </a:lnTo>
                <a:cubicBezTo>
                  <a:pt x="74" y="358"/>
                  <a:pt x="65" y="380"/>
                  <a:pt x="55" y="401"/>
                </a:cubicBezTo>
                <a:cubicBezTo>
                  <a:pt x="45" y="423"/>
                  <a:pt x="30" y="473"/>
                  <a:pt x="18" y="511"/>
                </a:cubicBezTo>
                <a:cubicBezTo>
                  <a:pt x="14" y="517"/>
                  <a:pt x="-10" y="557"/>
                  <a:pt x="4" y="572"/>
                </a:cubicBezTo>
                <a:cubicBezTo>
                  <a:pt x="17" y="588"/>
                  <a:pt x="63" y="573"/>
                  <a:pt x="70" y="571"/>
                </a:cubicBezTo>
                <a:cubicBezTo>
                  <a:pt x="112" y="566"/>
                  <a:pt x="166" y="561"/>
                  <a:pt x="189" y="556"/>
                </a:cubicBezTo>
                <a:cubicBezTo>
                  <a:pt x="213" y="551"/>
                  <a:pt x="237" y="546"/>
                  <a:pt x="248" y="537"/>
                </a:cubicBezTo>
                <a:lnTo>
                  <a:pt x="249" y="537"/>
                </a:lnTo>
                <a:lnTo>
                  <a:pt x="555" y="294"/>
                </a:lnTo>
                <a:lnTo>
                  <a:pt x="575" y="278"/>
                </a:lnTo>
                <a:lnTo>
                  <a:pt x="579" y="275"/>
                </a:lnTo>
                <a:lnTo>
                  <a:pt x="579" y="10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158480" y="3005280"/>
            <a:ext cx="89280" cy="86760"/>
          </a:xfrm>
          <a:custGeom>
            <a:avLst/>
            <a:gdLst/>
            <a:ahLst/>
            <a:rect l="0" t="0" r="r" b="b"/>
            <a:pathLst>
              <a:path w="248" h="241">
                <a:moveTo>
                  <a:pt x="239" y="125"/>
                </a:moveTo>
                <a:cubicBezTo>
                  <a:pt x="239" y="125"/>
                  <a:pt x="206" y="78"/>
                  <a:pt x="185" y="62"/>
                </a:cubicBezTo>
                <a:cubicBezTo>
                  <a:pt x="167" y="41"/>
                  <a:pt x="119" y="9"/>
                  <a:pt x="119" y="9"/>
                </a:cubicBezTo>
                <a:cubicBezTo>
                  <a:pt x="107" y="-2"/>
                  <a:pt x="87" y="-3"/>
                  <a:pt x="76" y="8"/>
                </a:cubicBezTo>
                <a:cubicBezTo>
                  <a:pt x="65" y="19"/>
                  <a:pt x="56" y="42"/>
                  <a:pt x="46" y="65"/>
                </a:cubicBezTo>
                <a:cubicBezTo>
                  <a:pt x="34" y="94"/>
                  <a:pt x="13" y="170"/>
                  <a:pt x="0" y="210"/>
                </a:cubicBezTo>
                <a:cubicBezTo>
                  <a:pt x="-2" y="216"/>
                  <a:pt x="14" y="198"/>
                  <a:pt x="13" y="204"/>
                </a:cubicBezTo>
                <a:cubicBezTo>
                  <a:pt x="13" y="209"/>
                  <a:pt x="14" y="214"/>
                  <a:pt x="15" y="219"/>
                </a:cubicBezTo>
                <a:lnTo>
                  <a:pt x="12" y="223"/>
                </a:lnTo>
                <a:lnTo>
                  <a:pt x="17" y="225"/>
                </a:lnTo>
                <a:cubicBezTo>
                  <a:pt x="18" y="227"/>
                  <a:pt x="18" y="228"/>
                  <a:pt x="19" y="230"/>
                </a:cubicBezTo>
                <a:lnTo>
                  <a:pt x="23" y="226"/>
                </a:lnTo>
                <a:cubicBezTo>
                  <a:pt x="28" y="227"/>
                  <a:pt x="33" y="228"/>
                  <a:pt x="38" y="228"/>
                </a:cubicBezTo>
                <a:cubicBezTo>
                  <a:pt x="44" y="228"/>
                  <a:pt x="25" y="243"/>
                  <a:pt x="32" y="241"/>
                </a:cubicBezTo>
                <a:cubicBezTo>
                  <a:pt x="73" y="228"/>
                  <a:pt x="152" y="208"/>
                  <a:pt x="181" y="196"/>
                </a:cubicBezTo>
                <a:cubicBezTo>
                  <a:pt x="205" y="187"/>
                  <a:pt x="229" y="178"/>
                  <a:pt x="240" y="167"/>
                </a:cubicBezTo>
                <a:cubicBezTo>
                  <a:pt x="251" y="156"/>
                  <a:pt x="251" y="138"/>
                  <a:pt x="239" y="12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304640" y="2852640"/>
            <a:ext cx="100440" cy="97560"/>
          </a:xfrm>
          <a:custGeom>
            <a:avLst/>
            <a:gdLst/>
            <a:ahLst/>
            <a:rect l="0" t="0" r="r" b="b"/>
            <a:pathLst>
              <a:path w="279" h="271">
                <a:moveTo>
                  <a:pt x="17" y="97"/>
                </a:moveTo>
                <a:cubicBezTo>
                  <a:pt x="-5" y="119"/>
                  <a:pt x="-5" y="155"/>
                  <a:pt x="17" y="176"/>
                </a:cubicBezTo>
                <a:lnTo>
                  <a:pt x="99" y="256"/>
                </a:lnTo>
                <a:cubicBezTo>
                  <a:pt x="121" y="277"/>
                  <a:pt x="159" y="277"/>
                  <a:pt x="181" y="256"/>
                </a:cubicBezTo>
                <a:lnTo>
                  <a:pt x="263" y="176"/>
                </a:lnTo>
                <a:cubicBezTo>
                  <a:pt x="285" y="155"/>
                  <a:pt x="285" y="119"/>
                  <a:pt x="263" y="97"/>
                </a:cubicBezTo>
                <a:lnTo>
                  <a:pt x="181" y="17"/>
                </a:lnTo>
                <a:cubicBezTo>
                  <a:pt x="159" y="-5"/>
                  <a:pt x="121" y="-5"/>
                  <a:pt x="99" y="17"/>
                </a:cubicBezTo>
                <a:lnTo>
                  <a:pt x="17" y="97"/>
                </a:ln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185840" y="2901240"/>
            <a:ext cx="169200" cy="164160"/>
          </a:xfrm>
          <a:custGeom>
            <a:avLst/>
            <a:gdLst/>
            <a:ahLst/>
            <a:rect l="0" t="0" r="r" b="b"/>
            <a:pathLst>
              <a:path w="470" h="456">
                <a:moveTo>
                  <a:pt x="0" y="297"/>
                </a:moveTo>
                <a:lnTo>
                  <a:pt x="82" y="377"/>
                </a:lnTo>
                <a:lnTo>
                  <a:pt x="163" y="456"/>
                </a:lnTo>
                <a:lnTo>
                  <a:pt x="470" y="158"/>
                </a:lnTo>
                <a:lnTo>
                  <a:pt x="307" y="0"/>
                </a:lnTo>
                <a:lnTo>
                  <a:pt x="0" y="297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155240" y="3070080"/>
            <a:ext cx="25920" cy="25200"/>
          </a:xfrm>
          <a:custGeom>
            <a:avLst/>
            <a:gdLst/>
            <a:ahLst/>
            <a:rect l="0" t="0" r="r" b="b"/>
            <a:pathLst>
              <a:path w="72" h="70">
                <a:moveTo>
                  <a:pt x="72" y="51"/>
                </a:moveTo>
                <a:cubicBezTo>
                  <a:pt x="72" y="51"/>
                  <a:pt x="18" y="80"/>
                  <a:pt x="4" y="66"/>
                </a:cubicBezTo>
                <a:cubicBezTo>
                  <a:pt x="-11" y="51"/>
                  <a:pt x="19" y="0"/>
                  <a:pt x="19" y="0"/>
                </a:cubicBezTo>
                <a:cubicBezTo>
                  <a:pt x="19" y="0"/>
                  <a:pt x="70" y="1"/>
                  <a:pt x="72" y="51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296000" y="2865600"/>
            <a:ext cx="95760" cy="92880"/>
          </a:xfrm>
          <a:custGeom>
            <a:avLst/>
            <a:gdLst/>
            <a:ahLst/>
            <a:rect l="0" t="0" r="r" b="b"/>
            <a:pathLst>
              <a:path w="266" h="258">
                <a:moveTo>
                  <a:pt x="0" y="99"/>
                </a:moveTo>
                <a:lnTo>
                  <a:pt x="102" y="0"/>
                </a:lnTo>
                <a:lnTo>
                  <a:pt x="266" y="159"/>
                </a:lnTo>
                <a:lnTo>
                  <a:pt x="163" y="258"/>
                </a:lnTo>
                <a:lnTo>
                  <a:pt x="0" y="99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303200" y="2872800"/>
            <a:ext cx="81000" cy="78480"/>
          </a:xfrm>
          <a:custGeom>
            <a:avLst/>
            <a:gdLst/>
            <a:ahLst/>
            <a:rect l="0" t="0" r="r" b="b"/>
            <a:pathLst>
              <a:path w="225" h="218">
                <a:moveTo>
                  <a:pt x="41" y="19"/>
                </a:moveTo>
                <a:lnTo>
                  <a:pt x="61" y="0"/>
                </a:lnTo>
                <a:lnTo>
                  <a:pt x="225" y="159"/>
                </a:lnTo>
                <a:lnTo>
                  <a:pt x="205" y="179"/>
                </a:lnTo>
                <a:lnTo>
                  <a:pt x="41" y="19"/>
                </a:lnTo>
                <a:moveTo>
                  <a:pt x="0" y="59"/>
                </a:moveTo>
                <a:lnTo>
                  <a:pt x="20" y="39"/>
                </a:lnTo>
                <a:lnTo>
                  <a:pt x="184" y="199"/>
                </a:lnTo>
                <a:lnTo>
                  <a:pt x="164" y="218"/>
                </a:lnTo>
                <a:lnTo>
                  <a:pt x="0" y="59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422000" y="2255040"/>
            <a:ext cx="36990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質問・コメント⼤歓迎︕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422000" y="2797920"/>
            <a:ext cx="6134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Q&amp;A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セッションでまとめてお答えします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85440" y="1168200"/>
            <a:ext cx="228960" cy="216360"/>
          </a:xfrm>
          <a:custGeom>
            <a:avLst/>
            <a:gdLst/>
            <a:ahLst/>
            <a:rect l="0" t="0" r="r" b="b"/>
            <a:pathLst>
              <a:path w="636" h="601">
                <a:moveTo>
                  <a:pt x="319" y="0"/>
                </a:moveTo>
                <a:cubicBezTo>
                  <a:pt x="143" y="0"/>
                  <a:pt x="0" y="112"/>
                  <a:pt x="0" y="248"/>
                </a:cubicBezTo>
                <a:cubicBezTo>
                  <a:pt x="0" y="325"/>
                  <a:pt x="46" y="394"/>
                  <a:pt x="117" y="439"/>
                </a:cubicBezTo>
                <a:cubicBezTo>
                  <a:pt x="108" y="480"/>
                  <a:pt x="86" y="540"/>
                  <a:pt x="36" y="601"/>
                </a:cubicBezTo>
                <a:cubicBezTo>
                  <a:pt x="137" y="584"/>
                  <a:pt x="202" y="534"/>
                  <a:pt x="242" y="488"/>
                </a:cubicBezTo>
                <a:cubicBezTo>
                  <a:pt x="267" y="492"/>
                  <a:pt x="292" y="495"/>
                  <a:pt x="319" y="495"/>
                </a:cubicBezTo>
                <a:cubicBezTo>
                  <a:pt x="494" y="495"/>
                  <a:pt x="636" y="384"/>
                  <a:pt x="636" y="248"/>
                </a:cubicBezTo>
                <a:cubicBezTo>
                  <a:pt x="636" y="112"/>
                  <a:pt x="494" y="0"/>
                  <a:pt x="319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87320" y="1244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9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50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2" y="69"/>
                </a:cubicBezTo>
                <a:cubicBezTo>
                  <a:pt x="17" y="67"/>
                  <a:pt x="13" y="64"/>
                  <a:pt x="10" y="61"/>
                </a:cubicBezTo>
                <a:cubicBezTo>
                  <a:pt x="7" y="58"/>
                  <a:pt x="4" y="54"/>
                  <a:pt x="2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2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7" y="4"/>
                  <a:pt x="22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50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9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838080" y="1244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9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50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3" y="69"/>
                </a:cubicBezTo>
                <a:cubicBezTo>
                  <a:pt x="18" y="67"/>
                  <a:pt x="13" y="64"/>
                  <a:pt x="10" y="61"/>
                </a:cubicBezTo>
                <a:cubicBezTo>
                  <a:pt x="7" y="58"/>
                  <a:pt x="4" y="54"/>
                  <a:pt x="3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3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8" y="4"/>
                  <a:pt x="23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50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9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736560" y="1244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8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49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2" y="69"/>
                </a:cubicBezTo>
                <a:cubicBezTo>
                  <a:pt x="17" y="67"/>
                  <a:pt x="13" y="64"/>
                  <a:pt x="10" y="61"/>
                </a:cubicBezTo>
                <a:cubicBezTo>
                  <a:pt x="7" y="58"/>
                  <a:pt x="4" y="54"/>
                  <a:pt x="2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2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7" y="4"/>
                  <a:pt x="22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49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8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66720" y="642600"/>
            <a:ext cx="24696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6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質問・コメント⽅法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838080" y="1780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8" y="3"/>
                  <a:pt x="92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929520" y="1129320"/>
            <a:ext cx="486756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YouTube</a:t>
            </a:r>
            <a:r>
              <a:rPr b="1" lang="ja-JP" sz="18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チャットで質問・コメント⼤歓迎︕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38080" y="21240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047600" y="1667880"/>
            <a:ext cx="4321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右側のライブチャット欄から投稿してください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38080" y="24573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047600" y="2010600"/>
            <a:ext cx="3087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セッション中でもお気軽にどうぞ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047600" y="2344320"/>
            <a:ext cx="3704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固定コメントに各種リンクを掲載します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828160" y="6387840"/>
            <a:ext cx="182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7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002840" y="75888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セッション①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891800" y="1971000"/>
            <a:ext cx="82303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ファイルサーバー運⽤の新時代︕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981080" y="2714040"/>
            <a:ext cx="84834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Files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と</a:t>
            </a:r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Arc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拡張の最前線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259160" y="3818160"/>
            <a:ext cx="35434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スピーカー︓胡⽥ 昌彦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435120" y="4275360"/>
            <a:ext cx="51444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⽇本ビジネスシステムズ株式会社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990960" y="5648040"/>
            <a:ext cx="38160" cy="29160"/>
          </a:xfrm>
          <a:custGeom>
            <a:avLst/>
            <a:gdLst/>
            <a:ah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3952800" y="560988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3"/>
                </a:cubicBezTo>
                <a:cubicBezTo>
                  <a:pt x="0" y="82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2"/>
                  <a:pt x="318" y="53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4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9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3904920" y="56959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8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1"/>
                  <a:pt x="545" y="437"/>
                  <a:pt x="534" y="453"/>
                </a:cubicBezTo>
                <a:cubicBezTo>
                  <a:pt x="524" y="469"/>
                  <a:pt x="512" y="484"/>
                  <a:pt x="497" y="497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3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3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7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7"/>
                  <a:pt x="30" y="421"/>
                  <a:pt x="23" y="403"/>
                </a:cubicBezTo>
                <a:cubicBezTo>
                  <a:pt x="15" y="385"/>
                  <a:pt x="10" y="367"/>
                  <a:pt x="6" y="348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8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cubicBezTo>
                  <a:pt x="311" y="0"/>
                  <a:pt x="329" y="1"/>
                  <a:pt x="348" y="5"/>
                </a:cubicBezTo>
                <a:cubicBezTo>
                  <a:pt x="367" y="9"/>
                  <a:pt x="385" y="14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1"/>
                  <a:pt x="497" y="85"/>
                </a:cubicBezTo>
                <a:cubicBezTo>
                  <a:pt x="512" y="98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8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3876480" y="566712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1"/>
                  <a:pt x="210" y="80"/>
                  <a:pt x="370" y="80"/>
                </a:cubicBezTo>
                <a:cubicBezTo>
                  <a:pt x="531" y="80"/>
                  <a:pt x="661" y="211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990960" y="579096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3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3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000320" y="5705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6"/>
                </a:moveTo>
                <a:cubicBezTo>
                  <a:pt x="54" y="34"/>
                  <a:pt x="51" y="41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6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6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4000320" y="58766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3943080" y="573372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2" y="41"/>
                  <a:pt x="46" y="47"/>
                </a:cubicBezTo>
                <a:cubicBezTo>
                  <a:pt x="40" y="52"/>
                  <a:pt x="34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1"/>
                  <a:pt x="3" y="14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2" y="14"/>
                  <a:pt x="54" y="21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4057560" y="5848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9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9"/>
                </a:cubicBezTo>
                <a:cubicBezTo>
                  <a:pt x="51" y="14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3914640" y="57909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5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4"/>
                  <a:pt x="8" y="9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4057560" y="573372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4" y="54"/>
                  <a:pt x="26" y="54"/>
                </a:cubicBezTo>
                <a:cubicBezTo>
                  <a:pt x="19" y="54"/>
                  <a:pt x="13" y="52"/>
                  <a:pt x="7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1"/>
                  <a:pt x="2" y="14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4"/>
                  <a:pt x="54" y="21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3943080" y="5781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4"/>
                  <a:pt x="8" y="194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9"/>
                  <a:pt x="242" y="36"/>
                  <a:pt x="232" y="46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734480" y="4741920"/>
            <a:ext cx="8167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Microsoft MVP for Azure Hybrid, Windows Server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203360" y="554220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14:05 - 14:45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8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14:45 - 14:55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9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4002840" y="135900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セッション②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94440" y="2571120"/>
            <a:ext cx="103996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Microsoft "Adaptive Cloud" Updates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4196160" y="3675240"/>
            <a:ext cx="3657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スピーカー︓⾼添 修 ⽒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990960" y="5047920"/>
            <a:ext cx="38160" cy="29520"/>
          </a:xfrm>
          <a:custGeom>
            <a:avLst/>
            <a:gdLst/>
            <a:ahLst/>
            <a:rect l="0" t="0" r="r" b="b"/>
            <a:pathLst>
              <a:path w="106" h="82">
                <a:moveTo>
                  <a:pt x="0" y="0"/>
                </a:moveTo>
                <a:lnTo>
                  <a:pt x="106" y="0"/>
                </a:lnTo>
                <a:lnTo>
                  <a:pt x="106" y="82"/>
                </a:lnTo>
                <a:lnTo>
                  <a:pt x="0" y="82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3952800" y="501012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cubicBezTo>
                  <a:pt x="0" y="82"/>
                  <a:pt x="24" y="105"/>
                  <a:pt x="53" y="105"/>
                </a:cubicBezTo>
                <a:lnTo>
                  <a:pt x="265" y="105"/>
                </a:lnTo>
                <a:cubicBezTo>
                  <a:pt x="294" y="105"/>
                  <a:pt x="318" y="82"/>
                  <a:pt x="318" y="52"/>
                </a:cubicBezTo>
                <a:cubicBezTo>
                  <a:pt x="318" y="23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0"/>
                  <a:pt x="384" y="168"/>
                </a:cubicBezTo>
                <a:cubicBezTo>
                  <a:pt x="403" y="146"/>
                  <a:pt x="437" y="144"/>
                  <a:pt x="459" y="163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904920" y="509580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1"/>
                  <a:pt x="545" y="438"/>
                  <a:pt x="534" y="453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3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3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5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4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1"/>
                  <a:pt x="497" y="85"/>
                </a:cubicBezTo>
                <a:cubicBezTo>
                  <a:pt x="512" y="98"/>
                  <a:pt x="524" y="114"/>
                  <a:pt x="534" y="130"/>
                </a:cubicBezTo>
                <a:cubicBezTo>
                  <a:pt x="545" y="146"/>
                  <a:pt x="554" y="163"/>
                  <a:pt x="561" y="180"/>
                </a:cubicBezTo>
                <a:cubicBezTo>
                  <a:pt x="569" y="198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876480" y="506700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990960" y="519084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3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3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4000320" y="51051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0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0"/>
                  <a:pt x="0" y="34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4000320" y="527652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3943080" y="5133960"/>
            <a:ext cx="19440" cy="19080"/>
          </a:xfrm>
          <a:custGeom>
            <a:avLst/>
            <a:gdLst/>
            <a:ah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3"/>
                  <a:pt x="27" y="53"/>
                </a:cubicBezTo>
                <a:cubicBezTo>
                  <a:pt x="19" y="53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2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4057560" y="52480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4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3914640" y="51908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4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4057560" y="5133960"/>
            <a:ext cx="19440" cy="19080"/>
          </a:xfrm>
          <a:custGeom>
            <a:avLst/>
            <a:gdLst/>
            <a:ah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3"/>
                  <a:pt x="26" y="53"/>
                </a:cubicBezTo>
                <a:cubicBezTo>
                  <a:pt x="19" y="53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20"/>
                  <a:pt x="2" y="12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3943080" y="5181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4"/>
                  <a:pt x="8" y="194"/>
                </a:cubicBezTo>
                <a:lnTo>
                  <a:pt x="194" y="9"/>
                </a:lnTo>
                <a:cubicBezTo>
                  <a:pt x="205" y="-3"/>
                  <a:pt x="221" y="-3"/>
                  <a:pt x="232" y="9"/>
                </a:cubicBezTo>
                <a:cubicBezTo>
                  <a:pt x="242" y="19"/>
                  <a:pt x="242" y="36"/>
                  <a:pt x="232" y="46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789720" y="4141800"/>
            <a:ext cx="4458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⽇本マイクロソフト株式会社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203360" y="494208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14:55 - 15:15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15:15 - 15:25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5" name="" descr=""/>
          <p:cNvPicPr/>
          <p:nvPr/>
        </p:nvPicPr>
        <p:blipFill>
          <a:blip r:embed="rId1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"/>
          <p:cNvSpPr txBox="1"/>
          <p:nvPr/>
        </p:nvSpPr>
        <p:spPr>
          <a:xfrm>
            <a:off x="5709600" y="71136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クロージング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159080" y="192348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本⽇のご参加ありがとうござ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4162320" y="39337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3" y="99"/>
                </a:cubicBezTo>
                <a:cubicBezTo>
                  <a:pt x="17" y="89"/>
                  <a:pt x="22" y="80"/>
                  <a:pt x="28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1" y="28"/>
                </a:cubicBezTo>
                <a:cubicBezTo>
                  <a:pt x="80" y="22"/>
                  <a:pt x="89" y="17"/>
                  <a:pt x="99" y="13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3"/>
                </a:cubicBezTo>
                <a:cubicBezTo>
                  <a:pt x="230" y="17"/>
                  <a:pt x="239" y="22"/>
                  <a:pt x="248" y="28"/>
                </a:cubicBezTo>
                <a:cubicBezTo>
                  <a:pt x="256" y="33"/>
                  <a:pt x="264" y="40"/>
                  <a:pt x="272" y="47"/>
                </a:cubicBezTo>
                <a:cubicBezTo>
                  <a:pt x="279" y="55"/>
                  <a:pt x="286" y="63"/>
                  <a:pt x="292" y="71"/>
                </a:cubicBezTo>
                <a:cubicBezTo>
                  <a:pt x="297" y="80"/>
                  <a:pt x="302" y="89"/>
                  <a:pt x="306" y="99"/>
                </a:cubicBezTo>
                <a:cubicBezTo>
                  <a:pt x="310" y="108"/>
                  <a:pt x="313" y="118"/>
                  <a:pt x="315" y="129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401520" y="2656800"/>
            <a:ext cx="27439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461480" y="3759840"/>
            <a:ext cx="68104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アーカイブは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チャンネルから視聴可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162320" y="49147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7"/>
                  <a:pt x="279" y="265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8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8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5"/>
                  <a:pt x="33" y="257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3" y="98"/>
                </a:cubicBezTo>
                <a:cubicBezTo>
                  <a:pt x="17" y="88"/>
                  <a:pt x="22" y="79"/>
                  <a:pt x="28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7"/>
                </a:cubicBezTo>
                <a:cubicBezTo>
                  <a:pt x="256" y="33"/>
                  <a:pt x="264" y="39"/>
                  <a:pt x="272" y="46"/>
                </a:cubicBezTo>
                <a:cubicBezTo>
                  <a:pt x="279" y="54"/>
                  <a:pt x="286" y="62"/>
                  <a:pt x="292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4461480" y="4197960"/>
            <a:ext cx="3268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能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4162320" y="544824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1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1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8"/>
                  <a:pt x="17" y="229"/>
                  <a:pt x="13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3" y="98"/>
                </a:cubicBezTo>
                <a:cubicBezTo>
                  <a:pt x="17" y="88"/>
                  <a:pt x="22" y="79"/>
                  <a:pt x="28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6"/>
                </a:cubicBezTo>
                <a:cubicBezTo>
                  <a:pt x="256" y="32"/>
                  <a:pt x="264" y="39"/>
                  <a:pt x="272" y="46"/>
                </a:cubicBezTo>
                <a:cubicBezTo>
                  <a:pt x="279" y="54"/>
                  <a:pt x="286" y="62"/>
                  <a:pt x="292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461480" y="4741200"/>
            <a:ext cx="29358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資料は後⽇公開予定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461480" y="5274360"/>
            <a:ext cx="38646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ハッシュタグは </a:t>
            </a:r>
            <a:r>
              <a:rPr b="1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#HCCJP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609640" y="1981440"/>
            <a:ext cx="543240" cy="476280"/>
          </a:xfrm>
          <a:custGeom>
            <a:avLst/>
            <a:gdLst/>
            <a:ahLst/>
            <a:rect l="0" t="0" r="r" b="b"/>
            <a:pathLst>
              <a:path w="1509" h="1323">
                <a:moveTo>
                  <a:pt x="1509" y="1152"/>
                </a:moveTo>
                <a:cubicBezTo>
                  <a:pt x="1509" y="1246"/>
                  <a:pt x="1434" y="1323"/>
                  <a:pt x="1342" y="1323"/>
                </a:cubicBezTo>
                <a:lnTo>
                  <a:pt x="168" y="1323"/>
                </a:lnTo>
                <a:cubicBezTo>
                  <a:pt x="75" y="1323"/>
                  <a:pt x="0" y="1246"/>
                  <a:pt x="0" y="1152"/>
                </a:cubicBezTo>
                <a:lnTo>
                  <a:pt x="0" y="171"/>
                </a:lnTo>
                <a:cubicBezTo>
                  <a:pt x="0" y="77"/>
                  <a:pt x="75" y="0"/>
                  <a:pt x="168" y="0"/>
                </a:cubicBezTo>
                <a:lnTo>
                  <a:pt x="1342" y="0"/>
                </a:lnTo>
                <a:cubicBezTo>
                  <a:pt x="1434" y="0"/>
                  <a:pt x="1509" y="77"/>
                  <a:pt x="1509" y="171"/>
                </a:cubicBezTo>
                <a:lnTo>
                  <a:pt x="1509" y="1152"/>
                </a:lnTo>
                <a:close/>
              </a:path>
            </a:pathLst>
          </a:custGeom>
          <a:solidFill>
            <a:srgbClr val="e0e7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743200" y="2150280"/>
            <a:ext cx="284400" cy="249480"/>
          </a:xfrm>
          <a:custGeom>
            <a:avLst/>
            <a:gdLst/>
            <a:ahLst/>
            <a:rect l="0" t="0" r="r" b="b"/>
            <a:pathLst>
              <a:path w="790" h="693">
                <a:moveTo>
                  <a:pt x="620" y="133"/>
                </a:moveTo>
                <a:lnTo>
                  <a:pt x="378" y="133"/>
                </a:lnTo>
                <a:cubicBezTo>
                  <a:pt x="327" y="133"/>
                  <a:pt x="308" y="99"/>
                  <a:pt x="308" y="67"/>
                </a:cubicBezTo>
                <a:cubicBezTo>
                  <a:pt x="308" y="33"/>
                  <a:pt x="326" y="0"/>
                  <a:pt x="378" y="0"/>
                </a:cubicBezTo>
                <a:lnTo>
                  <a:pt x="722" y="0"/>
                </a:lnTo>
                <a:cubicBezTo>
                  <a:pt x="770" y="0"/>
                  <a:pt x="790" y="45"/>
                  <a:pt x="790" y="70"/>
                </a:cubicBezTo>
                <a:cubicBezTo>
                  <a:pt x="790" y="89"/>
                  <a:pt x="779" y="109"/>
                  <a:pt x="768" y="133"/>
                </a:cubicBezTo>
                <a:lnTo>
                  <a:pt x="532" y="620"/>
                </a:lnTo>
                <a:cubicBezTo>
                  <a:pt x="506" y="674"/>
                  <a:pt x="495" y="693"/>
                  <a:pt x="453" y="693"/>
                </a:cubicBezTo>
                <a:cubicBezTo>
                  <a:pt x="400" y="693"/>
                  <a:pt x="374" y="653"/>
                  <a:pt x="374" y="625"/>
                </a:cubicBezTo>
                <a:cubicBezTo>
                  <a:pt x="374" y="613"/>
                  <a:pt x="377" y="605"/>
                  <a:pt x="383" y="590"/>
                </a:cubicBezTo>
                <a:lnTo>
                  <a:pt x="620" y="133"/>
                </a:lnTo>
                <a:moveTo>
                  <a:pt x="85" y="128"/>
                </a:moveTo>
                <a:lnTo>
                  <a:pt x="64" y="128"/>
                </a:lnTo>
                <a:cubicBezTo>
                  <a:pt x="19" y="128"/>
                  <a:pt x="0" y="97"/>
                  <a:pt x="0" y="64"/>
                </a:cubicBezTo>
                <a:cubicBezTo>
                  <a:pt x="0" y="30"/>
                  <a:pt x="24" y="0"/>
                  <a:pt x="64" y="0"/>
                </a:cubicBezTo>
                <a:lnTo>
                  <a:pt x="149" y="0"/>
                </a:lnTo>
                <a:cubicBezTo>
                  <a:pt x="189" y="0"/>
                  <a:pt x="212" y="30"/>
                  <a:pt x="212" y="69"/>
                </a:cubicBezTo>
                <a:lnTo>
                  <a:pt x="212" y="618"/>
                </a:lnTo>
                <a:cubicBezTo>
                  <a:pt x="212" y="666"/>
                  <a:pt x="189" y="693"/>
                  <a:pt x="148" y="693"/>
                </a:cubicBezTo>
                <a:cubicBezTo>
                  <a:pt x="107" y="693"/>
                  <a:pt x="85" y="666"/>
                  <a:pt x="85" y="618"/>
                </a:cubicBezTo>
                <a:lnTo>
                  <a:pt x="85" y="128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609640" y="1904760"/>
            <a:ext cx="543240" cy="199800"/>
          </a:xfrm>
          <a:custGeom>
            <a:avLst/>
            <a:gdLst/>
            <a:ahLst/>
            <a:rect l="0" t="0" r="r" b="b"/>
            <a:pathLst>
              <a:path w="1509" h="555">
                <a:moveTo>
                  <a:pt x="1425" y="0"/>
                </a:moveTo>
                <a:lnTo>
                  <a:pt x="1288" y="0"/>
                </a:lnTo>
                <a:cubicBezTo>
                  <a:pt x="1295" y="13"/>
                  <a:pt x="1300" y="27"/>
                  <a:pt x="1300" y="43"/>
                </a:cubicBezTo>
                <a:cubicBezTo>
                  <a:pt x="1300" y="90"/>
                  <a:pt x="1262" y="128"/>
                  <a:pt x="1216" y="128"/>
                </a:cubicBezTo>
                <a:cubicBezTo>
                  <a:pt x="1170" y="128"/>
                  <a:pt x="1132" y="90"/>
                  <a:pt x="1132" y="43"/>
                </a:cubicBezTo>
                <a:cubicBezTo>
                  <a:pt x="1132" y="27"/>
                  <a:pt x="1137" y="13"/>
                  <a:pt x="1144" y="0"/>
                </a:cubicBezTo>
                <a:lnTo>
                  <a:pt x="366" y="0"/>
                </a:lnTo>
                <a:cubicBezTo>
                  <a:pt x="373" y="13"/>
                  <a:pt x="377" y="27"/>
                  <a:pt x="377" y="43"/>
                </a:cubicBezTo>
                <a:cubicBezTo>
                  <a:pt x="377" y="90"/>
                  <a:pt x="340" y="128"/>
                  <a:pt x="293" y="128"/>
                </a:cubicBezTo>
                <a:cubicBezTo>
                  <a:pt x="247" y="128"/>
                  <a:pt x="210" y="90"/>
                  <a:pt x="210" y="43"/>
                </a:cubicBezTo>
                <a:cubicBezTo>
                  <a:pt x="210" y="27"/>
                  <a:pt x="214" y="13"/>
                  <a:pt x="221" y="0"/>
                </a:cubicBezTo>
                <a:lnTo>
                  <a:pt x="84" y="0"/>
                </a:lnTo>
                <a:cubicBezTo>
                  <a:pt x="38" y="0"/>
                  <a:pt x="0" y="38"/>
                  <a:pt x="0" y="85"/>
                </a:cubicBezTo>
                <a:lnTo>
                  <a:pt x="0" y="555"/>
                </a:lnTo>
                <a:lnTo>
                  <a:pt x="1509" y="555"/>
                </a:lnTo>
                <a:lnTo>
                  <a:pt x="1509" y="85"/>
                </a:lnTo>
                <a:cubicBezTo>
                  <a:pt x="1509" y="38"/>
                  <a:pt x="1472" y="0"/>
                  <a:pt x="1425" y="0"/>
                </a:cubicBezTo>
                <a:close/>
              </a:path>
            </a:pathLst>
          </a:custGeom>
          <a:solidFill>
            <a:srgbClr val="dd2f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634840" y="1963440"/>
            <a:ext cx="234360" cy="112320"/>
          </a:xfrm>
          <a:custGeom>
            <a:avLst/>
            <a:gdLst/>
            <a:ahLst/>
            <a:rect l="0" t="0" r="r" b="b"/>
            <a:pathLst>
              <a:path w="651" h="312">
                <a:moveTo>
                  <a:pt x="483" y="33"/>
                </a:moveTo>
                <a:cubicBezTo>
                  <a:pt x="483" y="12"/>
                  <a:pt x="497" y="0"/>
                  <a:pt x="515" y="0"/>
                </a:cubicBezTo>
                <a:cubicBezTo>
                  <a:pt x="533" y="0"/>
                  <a:pt x="546" y="12"/>
                  <a:pt x="546" y="33"/>
                </a:cubicBezTo>
                <a:lnTo>
                  <a:pt x="546" y="247"/>
                </a:lnTo>
                <a:lnTo>
                  <a:pt x="621" y="247"/>
                </a:lnTo>
                <a:cubicBezTo>
                  <a:pt x="642" y="247"/>
                  <a:pt x="651" y="263"/>
                  <a:pt x="651" y="278"/>
                </a:cubicBezTo>
                <a:cubicBezTo>
                  <a:pt x="650" y="292"/>
                  <a:pt x="639" y="307"/>
                  <a:pt x="621" y="307"/>
                </a:cubicBezTo>
                <a:lnTo>
                  <a:pt x="516" y="307"/>
                </a:lnTo>
                <a:cubicBezTo>
                  <a:pt x="495" y="307"/>
                  <a:pt x="483" y="292"/>
                  <a:pt x="483" y="271"/>
                </a:cubicBezTo>
                <a:lnTo>
                  <a:pt x="483" y="33"/>
                </a:lnTo>
                <a:moveTo>
                  <a:pt x="194" y="33"/>
                </a:moveTo>
                <a:cubicBezTo>
                  <a:pt x="194" y="12"/>
                  <a:pt x="207" y="0"/>
                  <a:pt x="225" y="0"/>
                </a:cubicBezTo>
                <a:cubicBezTo>
                  <a:pt x="243" y="0"/>
                  <a:pt x="257" y="12"/>
                  <a:pt x="257" y="33"/>
                </a:cubicBezTo>
                <a:lnTo>
                  <a:pt x="257" y="182"/>
                </a:lnTo>
                <a:cubicBezTo>
                  <a:pt x="257" y="221"/>
                  <a:pt x="281" y="252"/>
                  <a:pt x="321" y="252"/>
                </a:cubicBezTo>
                <a:cubicBezTo>
                  <a:pt x="359" y="252"/>
                  <a:pt x="385" y="220"/>
                  <a:pt x="385" y="182"/>
                </a:cubicBezTo>
                <a:lnTo>
                  <a:pt x="385" y="33"/>
                </a:lnTo>
                <a:cubicBezTo>
                  <a:pt x="385" y="12"/>
                  <a:pt x="399" y="0"/>
                  <a:pt x="417" y="0"/>
                </a:cubicBezTo>
                <a:cubicBezTo>
                  <a:pt x="435" y="0"/>
                  <a:pt x="448" y="12"/>
                  <a:pt x="448" y="33"/>
                </a:cubicBezTo>
                <a:lnTo>
                  <a:pt x="448" y="186"/>
                </a:lnTo>
                <a:cubicBezTo>
                  <a:pt x="448" y="257"/>
                  <a:pt x="390" y="312"/>
                  <a:pt x="321" y="312"/>
                </a:cubicBezTo>
                <a:cubicBezTo>
                  <a:pt x="251" y="312"/>
                  <a:pt x="194" y="258"/>
                  <a:pt x="194" y="186"/>
                </a:cubicBezTo>
                <a:lnTo>
                  <a:pt x="194" y="33"/>
                </a:lnTo>
                <a:moveTo>
                  <a:pt x="161" y="221"/>
                </a:moveTo>
                <a:cubicBezTo>
                  <a:pt x="161" y="292"/>
                  <a:pt x="115" y="312"/>
                  <a:pt x="77" y="312"/>
                </a:cubicBezTo>
                <a:cubicBezTo>
                  <a:pt x="48" y="312"/>
                  <a:pt x="0" y="301"/>
                  <a:pt x="0" y="263"/>
                </a:cubicBezTo>
                <a:cubicBezTo>
                  <a:pt x="0" y="251"/>
                  <a:pt x="10" y="237"/>
                  <a:pt x="24" y="237"/>
                </a:cubicBezTo>
                <a:cubicBezTo>
                  <a:pt x="40" y="237"/>
                  <a:pt x="55" y="252"/>
                  <a:pt x="74" y="252"/>
                </a:cubicBezTo>
                <a:cubicBezTo>
                  <a:pt x="97" y="252"/>
                  <a:pt x="97" y="230"/>
                  <a:pt x="97" y="217"/>
                </a:cubicBezTo>
                <a:lnTo>
                  <a:pt x="97" y="33"/>
                </a:lnTo>
                <a:cubicBezTo>
                  <a:pt x="97" y="12"/>
                  <a:pt x="111" y="0"/>
                  <a:pt x="129" y="0"/>
                </a:cubicBezTo>
                <a:cubicBezTo>
                  <a:pt x="148" y="0"/>
                  <a:pt x="161" y="12"/>
                  <a:pt x="161" y="33"/>
                </a:cubicBezTo>
                <a:lnTo>
                  <a:pt x="161" y="221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956680" y="1996920"/>
            <a:ext cx="165960" cy="77040"/>
          </a:xfrm>
          <a:custGeom>
            <a:avLst/>
            <a:gdLst/>
            <a:ahLst/>
            <a:rect l="0" t="0" r="r" b="b"/>
            <a:pathLst>
              <a:path w="461" h="214">
                <a:moveTo>
                  <a:pt x="420" y="214"/>
                </a:moveTo>
                <a:cubicBezTo>
                  <a:pt x="443" y="214"/>
                  <a:pt x="461" y="195"/>
                  <a:pt x="461" y="171"/>
                </a:cubicBezTo>
                <a:cubicBezTo>
                  <a:pt x="461" y="148"/>
                  <a:pt x="443" y="129"/>
                  <a:pt x="420" y="129"/>
                </a:cubicBezTo>
                <a:cubicBezTo>
                  <a:pt x="396" y="129"/>
                  <a:pt x="378" y="148"/>
                  <a:pt x="378" y="171"/>
                </a:cubicBezTo>
                <a:cubicBezTo>
                  <a:pt x="378" y="195"/>
                  <a:pt x="396" y="214"/>
                  <a:pt x="420" y="214"/>
                </a:cubicBezTo>
                <a:moveTo>
                  <a:pt x="420" y="85"/>
                </a:moveTo>
                <a:cubicBezTo>
                  <a:pt x="443" y="85"/>
                  <a:pt x="461" y="66"/>
                  <a:pt x="461" y="43"/>
                </a:cubicBezTo>
                <a:cubicBezTo>
                  <a:pt x="461" y="19"/>
                  <a:pt x="443" y="0"/>
                  <a:pt x="420" y="0"/>
                </a:cubicBezTo>
                <a:cubicBezTo>
                  <a:pt x="396" y="0"/>
                  <a:pt x="378" y="19"/>
                  <a:pt x="378" y="43"/>
                </a:cubicBezTo>
                <a:cubicBezTo>
                  <a:pt x="378" y="66"/>
                  <a:pt x="396" y="85"/>
                  <a:pt x="420" y="85"/>
                </a:cubicBezTo>
                <a:moveTo>
                  <a:pt x="293" y="214"/>
                </a:moveTo>
                <a:cubicBezTo>
                  <a:pt x="317" y="214"/>
                  <a:pt x="336" y="195"/>
                  <a:pt x="336" y="171"/>
                </a:cubicBezTo>
                <a:cubicBezTo>
                  <a:pt x="336" y="148"/>
                  <a:pt x="317" y="129"/>
                  <a:pt x="293" y="129"/>
                </a:cubicBezTo>
                <a:cubicBezTo>
                  <a:pt x="270" y="129"/>
                  <a:pt x="251" y="148"/>
                  <a:pt x="251" y="171"/>
                </a:cubicBezTo>
                <a:cubicBezTo>
                  <a:pt x="251" y="195"/>
                  <a:pt x="270" y="214"/>
                  <a:pt x="293" y="214"/>
                </a:cubicBezTo>
                <a:moveTo>
                  <a:pt x="293" y="85"/>
                </a:moveTo>
                <a:cubicBezTo>
                  <a:pt x="317" y="85"/>
                  <a:pt x="336" y="66"/>
                  <a:pt x="336" y="43"/>
                </a:cubicBezTo>
                <a:cubicBezTo>
                  <a:pt x="336" y="19"/>
                  <a:pt x="317" y="0"/>
                  <a:pt x="293" y="0"/>
                </a:cubicBezTo>
                <a:cubicBezTo>
                  <a:pt x="270" y="0"/>
                  <a:pt x="251" y="19"/>
                  <a:pt x="251" y="43"/>
                </a:cubicBezTo>
                <a:cubicBezTo>
                  <a:pt x="251" y="66"/>
                  <a:pt x="270" y="85"/>
                  <a:pt x="293" y="85"/>
                </a:cubicBezTo>
                <a:moveTo>
                  <a:pt x="167" y="214"/>
                </a:moveTo>
                <a:cubicBezTo>
                  <a:pt x="190" y="214"/>
                  <a:pt x="209" y="195"/>
                  <a:pt x="209" y="171"/>
                </a:cubicBezTo>
                <a:cubicBezTo>
                  <a:pt x="209" y="148"/>
                  <a:pt x="190" y="129"/>
                  <a:pt x="167" y="129"/>
                </a:cubicBezTo>
                <a:cubicBezTo>
                  <a:pt x="144" y="129"/>
                  <a:pt x="125" y="148"/>
                  <a:pt x="125" y="171"/>
                </a:cubicBezTo>
                <a:cubicBezTo>
                  <a:pt x="125" y="195"/>
                  <a:pt x="144" y="214"/>
                  <a:pt x="167" y="214"/>
                </a:cubicBezTo>
                <a:moveTo>
                  <a:pt x="167" y="85"/>
                </a:moveTo>
                <a:cubicBezTo>
                  <a:pt x="190" y="85"/>
                  <a:pt x="209" y="66"/>
                  <a:pt x="209" y="43"/>
                </a:cubicBezTo>
                <a:cubicBezTo>
                  <a:pt x="209" y="19"/>
                  <a:pt x="190" y="0"/>
                  <a:pt x="167" y="0"/>
                </a:cubicBezTo>
                <a:cubicBezTo>
                  <a:pt x="144" y="0"/>
                  <a:pt x="125" y="19"/>
                  <a:pt x="125" y="43"/>
                </a:cubicBezTo>
                <a:cubicBezTo>
                  <a:pt x="125" y="66"/>
                  <a:pt x="144" y="85"/>
                  <a:pt x="167" y="85"/>
                </a:cubicBezTo>
                <a:moveTo>
                  <a:pt x="41" y="85"/>
                </a:moveTo>
                <a:cubicBezTo>
                  <a:pt x="65" y="85"/>
                  <a:pt x="83" y="66"/>
                  <a:pt x="83" y="43"/>
                </a:cubicBezTo>
                <a:cubicBezTo>
                  <a:pt x="83" y="19"/>
                  <a:pt x="65" y="0"/>
                  <a:pt x="41" y="0"/>
                </a:cubicBezTo>
                <a:cubicBezTo>
                  <a:pt x="18" y="0"/>
                  <a:pt x="0" y="19"/>
                  <a:pt x="0" y="43"/>
                </a:cubicBezTo>
                <a:cubicBezTo>
                  <a:pt x="0" y="66"/>
                  <a:pt x="18" y="85"/>
                  <a:pt x="41" y="85"/>
                </a:cubicBezTo>
                <a:moveTo>
                  <a:pt x="41" y="214"/>
                </a:moveTo>
                <a:cubicBezTo>
                  <a:pt x="65" y="214"/>
                  <a:pt x="83" y="195"/>
                  <a:pt x="83" y="171"/>
                </a:cubicBezTo>
                <a:cubicBezTo>
                  <a:pt x="83" y="148"/>
                  <a:pt x="65" y="129"/>
                  <a:pt x="41" y="129"/>
                </a:cubicBezTo>
                <a:cubicBezTo>
                  <a:pt x="18" y="129"/>
                  <a:pt x="0" y="148"/>
                  <a:pt x="0" y="171"/>
                </a:cubicBezTo>
                <a:cubicBezTo>
                  <a:pt x="0" y="195"/>
                  <a:pt x="18" y="214"/>
                  <a:pt x="41" y="214"/>
                </a:cubicBezTo>
                <a:close/>
              </a:path>
            </a:pathLst>
          </a:custGeom>
          <a:solidFill>
            <a:srgbClr val="f4a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4700520" y="606600"/>
            <a:ext cx="27439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次回予告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3183120" y="1818720"/>
            <a:ext cx="6407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2025/10/10 14:00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〜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038600" y="2892600"/>
            <a:ext cx="980748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Microsoft Connected Cache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693000" y="4189320"/>
            <a:ext cx="106754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WSUS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を使わない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Update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配信で使える新キャッシュサー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5563800" y="4656240"/>
            <a:ext cx="1029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ビス︕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677520" y="6305400"/>
            <a:ext cx="10836720" cy="28800"/>
          </a:xfrm>
          <a:custGeom>
            <a:avLst/>
            <a:gdLst/>
            <a:ahLst/>
            <a:rect l="0" t="0" r="r" b="b"/>
            <a:pathLst>
              <a:path w="30102" h="80">
                <a:moveTo>
                  <a:pt x="29490" y="80"/>
                </a:moveTo>
                <a:lnTo>
                  <a:pt x="23301" y="80"/>
                </a:lnTo>
                <a:lnTo>
                  <a:pt x="23301" y="0"/>
                </a:lnTo>
                <a:lnTo>
                  <a:pt x="29490" y="0"/>
                </a:lnTo>
                <a:lnTo>
                  <a:pt x="29490" y="80"/>
                </a:lnTo>
                <a:moveTo>
                  <a:pt x="30068" y="0"/>
                </a:moveTo>
                <a:lnTo>
                  <a:pt x="30102" y="0"/>
                </a:lnTo>
                <a:lnTo>
                  <a:pt x="30102" y="80"/>
                </a:lnTo>
                <a:lnTo>
                  <a:pt x="30068" y="80"/>
                </a:lnTo>
                <a:lnTo>
                  <a:pt x="30068" y="0"/>
                </a:lnTo>
                <a:moveTo>
                  <a:pt x="22995" y="80"/>
                </a:moveTo>
                <a:lnTo>
                  <a:pt x="7068" y="80"/>
                </a:lnTo>
                <a:lnTo>
                  <a:pt x="7068" y="0"/>
                </a:lnTo>
                <a:lnTo>
                  <a:pt x="22995" y="0"/>
                </a:lnTo>
                <a:lnTo>
                  <a:pt x="22995" y="80"/>
                </a:lnTo>
                <a:moveTo>
                  <a:pt x="6762" y="80"/>
                </a:moveTo>
                <a:lnTo>
                  <a:pt x="1666" y="80"/>
                </a:lnTo>
                <a:lnTo>
                  <a:pt x="1666" y="0"/>
                </a:lnTo>
                <a:lnTo>
                  <a:pt x="6762" y="0"/>
                </a:lnTo>
                <a:lnTo>
                  <a:pt x="6762" y="80"/>
                </a:lnTo>
                <a:moveTo>
                  <a:pt x="1394" y="80"/>
                </a:moveTo>
                <a:lnTo>
                  <a:pt x="0" y="80"/>
                </a:lnTo>
                <a:lnTo>
                  <a:pt x="0" y="0"/>
                </a:lnTo>
                <a:lnTo>
                  <a:pt x="1394" y="0"/>
                </a:lnTo>
                <a:lnTo>
                  <a:pt x="1394" y="8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929160" y="5456160"/>
            <a:ext cx="105980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最新情報は 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チャンネル・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X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（旧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Twitter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）でお知らせ︕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712480" y="6762600"/>
            <a:ext cx="767160" cy="28800"/>
          </a:xfrm>
          <a:custGeom>
            <a:avLst/>
            <a:gdLst/>
            <a:ahLst/>
            <a:rect l="0" t="0" r="r" b="b"/>
            <a:pathLst>
              <a:path w="2131" h="80">
                <a:moveTo>
                  <a:pt x="0" y="0"/>
                </a:moveTo>
                <a:lnTo>
                  <a:pt x="2131" y="0"/>
                </a:lnTo>
                <a:lnTo>
                  <a:pt x="2131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677880" y="5923080"/>
            <a:ext cx="102002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https://www.youtube.com/channel/UCrf4bEl7yJnkGYo3F67g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712480" y="6380280"/>
            <a:ext cx="7318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A7w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13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"/>
          <p:cNvSpPr txBox="1"/>
          <p:nvPr/>
        </p:nvSpPr>
        <p:spPr>
          <a:xfrm>
            <a:off x="4314240" y="1530360"/>
            <a:ext cx="6858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ご参加ありがとうござ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6058440" y="2454480"/>
            <a:ext cx="3429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4676760" y="4876560"/>
            <a:ext cx="343080" cy="248040"/>
          </a:xfrm>
          <a:custGeom>
            <a:avLst/>
            <a:gdLst/>
            <a:ahLst/>
            <a:rect l="0" t="0" r="r" b="b"/>
            <a:pathLst>
              <a:path w="953" h="689">
                <a:moveTo>
                  <a:pt x="953" y="583"/>
                </a:moveTo>
                <a:cubicBezTo>
                  <a:pt x="953" y="642"/>
                  <a:pt x="906" y="689"/>
                  <a:pt x="847" y="689"/>
                </a:cubicBezTo>
                <a:lnTo>
                  <a:pt x="105" y="689"/>
                </a:lnTo>
                <a:cubicBezTo>
                  <a:pt x="47" y="689"/>
                  <a:pt x="0" y="642"/>
                  <a:pt x="0" y="583"/>
                </a:cubicBez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847" y="0"/>
                </a:lnTo>
                <a:cubicBezTo>
                  <a:pt x="906" y="0"/>
                  <a:pt x="953" y="48"/>
                  <a:pt x="953" y="106"/>
                </a:cubicBezTo>
                <a:lnTo>
                  <a:pt x="953" y="583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4682160" y="4994280"/>
            <a:ext cx="332280" cy="125280"/>
          </a:xfrm>
          <a:custGeom>
            <a:avLst/>
            <a:gdLst/>
            <a:ahLst/>
            <a:rect l="0" t="0" r="r" b="b"/>
            <a:pathLst>
              <a:path w="923" h="348">
                <a:moveTo>
                  <a:pt x="1" y="309"/>
                </a:moveTo>
                <a:cubicBezTo>
                  <a:pt x="1" y="310"/>
                  <a:pt x="0" y="310"/>
                  <a:pt x="0" y="311"/>
                </a:cubicBezTo>
                <a:cubicBezTo>
                  <a:pt x="9" y="326"/>
                  <a:pt x="21" y="339"/>
                  <a:pt x="36" y="348"/>
                </a:cubicBezTo>
                <a:cubicBezTo>
                  <a:pt x="37" y="347"/>
                  <a:pt x="38" y="347"/>
                  <a:pt x="39" y="346"/>
                </a:cubicBezTo>
                <a:lnTo>
                  <a:pt x="338" y="46"/>
                </a:lnTo>
                <a:cubicBezTo>
                  <a:pt x="348" y="36"/>
                  <a:pt x="348" y="19"/>
                  <a:pt x="338" y="8"/>
                </a:cubicBezTo>
                <a:cubicBezTo>
                  <a:pt x="328" y="-2"/>
                  <a:pt x="311" y="-2"/>
                  <a:pt x="301" y="8"/>
                </a:cubicBezTo>
                <a:lnTo>
                  <a:pt x="1" y="309"/>
                </a:lnTo>
                <a:moveTo>
                  <a:pt x="921" y="309"/>
                </a:moveTo>
                <a:lnTo>
                  <a:pt x="622" y="8"/>
                </a:lnTo>
                <a:cubicBezTo>
                  <a:pt x="612" y="-2"/>
                  <a:pt x="595" y="-2"/>
                  <a:pt x="584" y="8"/>
                </a:cubicBezTo>
                <a:cubicBezTo>
                  <a:pt x="574" y="19"/>
                  <a:pt x="574" y="36"/>
                  <a:pt x="584" y="46"/>
                </a:cubicBezTo>
                <a:lnTo>
                  <a:pt x="884" y="346"/>
                </a:lnTo>
                <a:cubicBezTo>
                  <a:pt x="884" y="347"/>
                  <a:pt x="885" y="347"/>
                  <a:pt x="886" y="348"/>
                </a:cubicBezTo>
                <a:cubicBezTo>
                  <a:pt x="901" y="339"/>
                  <a:pt x="914" y="326"/>
                  <a:pt x="923" y="311"/>
                </a:cubicBezTo>
                <a:cubicBezTo>
                  <a:pt x="922" y="310"/>
                  <a:pt x="922" y="310"/>
                  <a:pt x="921" y="309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4676760" y="4876560"/>
            <a:ext cx="343080" cy="200160"/>
          </a:xfrm>
          <a:custGeom>
            <a:avLst/>
            <a:gdLst/>
            <a:ahLst/>
            <a:rect l="0" t="0" r="r" b="b"/>
            <a:pathLst>
              <a:path w="953" h="556">
                <a:moveTo>
                  <a:pt x="847" y="0"/>
                </a:moveTo>
                <a:lnTo>
                  <a:pt x="105" y="0"/>
                </a:lnTo>
                <a:cubicBezTo>
                  <a:pt x="47" y="0"/>
                  <a:pt x="0" y="49"/>
                  <a:pt x="0" y="107"/>
                </a:cubicBezTo>
                <a:lnTo>
                  <a:pt x="0" y="134"/>
                </a:lnTo>
                <a:lnTo>
                  <a:pt x="384" y="518"/>
                </a:lnTo>
                <a:cubicBezTo>
                  <a:pt x="434" y="568"/>
                  <a:pt x="516" y="568"/>
                  <a:pt x="566" y="518"/>
                </a:cubicBezTo>
                <a:lnTo>
                  <a:pt x="953" y="134"/>
                </a:lnTo>
                <a:lnTo>
                  <a:pt x="953" y="107"/>
                </a:lnTo>
                <a:cubicBezTo>
                  <a:pt x="953" y="49"/>
                  <a:pt x="906" y="0"/>
                  <a:pt x="847" y="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4680360" y="4876560"/>
            <a:ext cx="335520" cy="173880"/>
          </a:xfrm>
          <a:custGeom>
            <a:avLst/>
            <a:gdLst/>
            <a:ahLst/>
            <a:rect l="0" t="0" r="r" b="b"/>
            <a:pathLst>
              <a:path w="932" h="483">
                <a:moveTo>
                  <a:pt x="837" y="0"/>
                </a:moveTo>
                <a:lnTo>
                  <a:pt x="95" y="0"/>
                </a:lnTo>
                <a:cubicBezTo>
                  <a:pt x="53" y="0"/>
                  <a:pt x="17" y="25"/>
                  <a:pt x="0" y="60"/>
                </a:cubicBezTo>
                <a:lnTo>
                  <a:pt x="391" y="452"/>
                </a:lnTo>
                <a:cubicBezTo>
                  <a:pt x="432" y="493"/>
                  <a:pt x="500" y="493"/>
                  <a:pt x="542" y="452"/>
                </a:cubicBezTo>
                <a:lnTo>
                  <a:pt x="932" y="60"/>
                </a:lnTo>
                <a:cubicBezTo>
                  <a:pt x="915" y="25"/>
                  <a:pt x="879" y="0"/>
                  <a:pt x="837" y="0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4819320" y="4905360"/>
            <a:ext cx="56880" cy="95400"/>
          </a:xfrm>
          <a:custGeom>
            <a:avLst/>
            <a:gdLst/>
            <a:ahLst/>
            <a:rect l="0" t="0" r="r" b="b"/>
            <a:pathLst>
              <a:path w="158" h="265">
                <a:moveTo>
                  <a:pt x="0" y="33"/>
                </a:moveTo>
                <a:cubicBezTo>
                  <a:pt x="0" y="14"/>
                  <a:pt x="10" y="0"/>
                  <a:pt x="27" y="0"/>
                </a:cubicBezTo>
                <a:lnTo>
                  <a:pt x="124" y="0"/>
                </a:lnTo>
                <a:cubicBezTo>
                  <a:pt x="146" y="0"/>
                  <a:pt x="155" y="13"/>
                  <a:pt x="155" y="26"/>
                </a:cubicBezTo>
                <a:cubicBezTo>
                  <a:pt x="155" y="39"/>
                  <a:pt x="145" y="52"/>
                  <a:pt x="127" y="52"/>
                </a:cubicBezTo>
                <a:lnTo>
                  <a:pt x="55" y="52"/>
                </a:lnTo>
                <a:lnTo>
                  <a:pt x="55" y="105"/>
                </a:lnTo>
                <a:lnTo>
                  <a:pt x="123" y="105"/>
                </a:lnTo>
                <a:cubicBezTo>
                  <a:pt x="142" y="105"/>
                  <a:pt x="151" y="118"/>
                  <a:pt x="151" y="132"/>
                </a:cubicBezTo>
                <a:cubicBezTo>
                  <a:pt x="151" y="145"/>
                  <a:pt x="141" y="158"/>
                  <a:pt x="123" y="158"/>
                </a:cubicBezTo>
                <a:lnTo>
                  <a:pt x="55" y="158"/>
                </a:lnTo>
                <a:lnTo>
                  <a:pt x="55" y="211"/>
                </a:lnTo>
                <a:lnTo>
                  <a:pt x="131" y="211"/>
                </a:lnTo>
                <a:cubicBezTo>
                  <a:pt x="149" y="211"/>
                  <a:pt x="158" y="224"/>
                  <a:pt x="158" y="239"/>
                </a:cubicBezTo>
                <a:cubicBezTo>
                  <a:pt x="158" y="252"/>
                  <a:pt x="149" y="265"/>
                  <a:pt x="131" y="265"/>
                </a:cubicBezTo>
                <a:lnTo>
                  <a:pt x="30" y="265"/>
                </a:lnTo>
                <a:cubicBezTo>
                  <a:pt x="13" y="265"/>
                  <a:pt x="0" y="251"/>
                  <a:pt x="0" y="233"/>
                </a:cubicBezTo>
                <a:lnTo>
                  <a:pt x="0" y="33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4159080" y="366660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また次回お会いしましょう︕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7585560" y="5152680"/>
            <a:ext cx="3373560" cy="29160"/>
          </a:xfrm>
          <a:custGeom>
            <a:avLst/>
            <a:gdLst/>
            <a:ahLst/>
            <a:rect l="0" t="0" r="r" b="b"/>
            <a:pathLst>
              <a:path w="9371" h="81">
                <a:moveTo>
                  <a:pt x="4249" y="81"/>
                </a:moveTo>
                <a:lnTo>
                  <a:pt x="3999" y="81"/>
                </a:lnTo>
                <a:lnTo>
                  <a:pt x="3999" y="0"/>
                </a:lnTo>
                <a:lnTo>
                  <a:pt x="4249" y="0"/>
                </a:lnTo>
                <a:lnTo>
                  <a:pt x="4249" y="81"/>
                </a:lnTo>
                <a:moveTo>
                  <a:pt x="4823" y="0"/>
                </a:moveTo>
                <a:lnTo>
                  <a:pt x="9371" y="0"/>
                </a:lnTo>
                <a:lnTo>
                  <a:pt x="9371" y="81"/>
                </a:lnTo>
                <a:lnTo>
                  <a:pt x="4823" y="81"/>
                </a:lnTo>
                <a:lnTo>
                  <a:pt x="4823" y="0"/>
                </a:lnTo>
                <a:moveTo>
                  <a:pt x="3445" y="81"/>
                </a:moveTo>
                <a:lnTo>
                  <a:pt x="0" y="81"/>
                </a:lnTo>
                <a:lnTo>
                  <a:pt x="0" y="0"/>
                </a:lnTo>
                <a:lnTo>
                  <a:pt x="3445" y="0"/>
                </a:lnTo>
                <a:lnTo>
                  <a:pt x="3445" y="81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5040720" y="4770360"/>
            <a:ext cx="57124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お問い合わせ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ebibibi@gmail.com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LibreOffice/25.8.1.1$Windows_X86_64 LibreOffice_project/54047653041915e595ad4e45cccea684809c77b5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